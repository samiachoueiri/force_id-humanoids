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8.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7"/>
  </p:notesMasterIdLst>
  <p:handoutMasterIdLst>
    <p:handoutMasterId r:id="rId18"/>
  </p:handoutMasterIdLst>
  <p:sldIdLst>
    <p:sldId id="256" r:id="rId2"/>
    <p:sldId id="267" r:id="rId3"/>
    <p:sldId id="257" r:id="rId4"/>
    <p:sldId id="275" r:id="rId5"/>
    <p:sldId id="274" r:id="rId6"/>
    <p:sldId id="259" r:id="rId7"/>
    <p:sldId id="269" r:id="rId8"/>
    <p:sldId id="271" r:id="rId9"/>
    <p:sldId id="272" r:id="rId10"/>
    <p:sldId id="276" r:id="rId11"/>
    <p:sldId id="262" r:id="rId12"/>
    <p:sldId id="263" r:id="rId13"/>
    <p:sldId id="265" r:id="rId14"/>
    <p:sldId id="266" r:id="rId15"/>
    <p:sldId id="273"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3273" autoAdjust="0"/>
  </p:normalViewPr>
  <p:slideViewPr>
    <p:cSldViewPr snapToGrid="0">
      <p:cViewPr varScale="1">
        <p:scale>
          <a:sx n="65" d="100"/>
          <a:sy n="65" d="100"/>
        </p:scale>
        <p:origin x="858" y="60"/>
      </p:cViewPr>
      <p:guideLst/>
    </p:cSldViewPr>
  </p:slideViewPr>
  <p:outlineViewPr>
    <p:cViewPr>
      <p:scale>
        <a:sx n="33" d="100"/>
        <a:sy n="33" d="100"/>
      </p:scale>
      <p:origin x="0" y="-492"/>
    </p:cViewPr>
  </p:outlineViewPr>
  <p:notesTextViewPr>
    <p:cViewPr>
      <p:scale>
        <a:sx n="3" d="2"/>
        <a:sy n="3" d="2"/>
      </p:scale>
      <p:origin x="0" y="0"/>
    </p:cViewPr>
  </p:notesTextViewPr>
  <p:sorterViewPr>
    <p:cViewPr>
      <p:scale>
        <a:sx n="100" d="100"/>
        <a:sy n="100" d="100"/>
      </p:scale>
      <p:origin x="0" y="-3780"/>
    </p:cViewPr>
  </p:sorterViewPr>
  <p:notesViewPr>
    <p:cSldViewPr snapToGrid="0">
      <p:cViewPr>
        <p:scale>
          <a:sx n="124" d="100"/>
          <a:sy n="124" d="100"/>
        </p:scale>
        <p:origin x="1290" y="-207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_rels/data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diagrams/_rels/data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diagrams/_rels/data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image" Target="../media/image8.png"/></Relationships>
</file>

<file path=ppt/diagrams/_rels/data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diagrams/_rels/drawing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diagrams/_rels/drawing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diagrams/_rels/drawing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image" Target="../media/image8.png"/></Relationships>
</file>

<file path=ppt/diagrams/_rels/drawing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1B75BBF-4444-4B93-9698-992B773ACCDB}" type="doc">
      <dgm:prSet loTypeId="urn:microsoft.com/office/officeart/2005/8/layout/matrix1" loCatId="matrix" qsTypeId="urn:microsoft.com/office/officeart/2005/8/quickstyle/simple1" qsCatId="simple" csTypeId="urn:microsoft.com/office/officeart/2005/8/colors/accent1_2" csCatId="accent1" phldr="1"/>
      <dgm:spPr/>
      <dgm:t>
        <a:bodyPr/>
        <a:lstStyle/>
        <a:p>
          <a:endParaRPr lang="en-US"/>
        </a:p>
      </dgm:t>
    </dgm:pt>
    <dgm:pt modelId="{85ACFF5A-5356-40E7-A680-530CE25D1047}">
      <dgm:prSet phldrT="[Text]"/>
      <dgm:spPr/>
      <dgm:t>
        <a:bodyPr/>
        <a:lstStyle/>
        <a:p>
          <a:r>
            <a:rPr lang="en-US" dirty="0" smtClean="0"/>
            <a:t>Humanoid</a:t>
          </a:r>
          <a:endParaRPr lang="en-US" dirty="0"/>
        </a:p>
      </dgm:t>
    </dgm:pt>
    <dgm:pt modelId="{9D489719-5EED-4ECB-B4B3-B98C10027A38}" type="parTrans" cxnId="{57384A2E-AEAF-40D6-AB89-C1B30DC5FA3B}">
      <dgm:prSet/>
      <dgm:spPr/>
      <dgm:t>
        <a:bodyPr/>
        <a:lstStyle/>
        <a:p>
          <a:endParaRPr lang="en-US"/>
        </a:p>
      </dgm:t>
    </dgm:pt>
    <dgm:pt modelId="{33BC91F2-AFFA-4909-8C9C-14A8494040C2}" type="sibTrans" cxnId="{57384A2E-AEAF-40D6-AB89-C1B30DC5FA3B}">
      <dgm:prSet/>
      <dgm:spPr/>
      <dgm:t>
        <a:bodyPr/>
        <a:lstStyle/>
        <a:p>
          <a:endParaRPr lang="en-US"/>
        </a:p>
      </dgm:t>
    </dgm:pt>
    <dgm:pt modelId="{9DDB9DC0-51CB-48B5-98FE-8C3A5405AFD2}">
      <dgm:prSet phldrT="[Text]"/>
      <dgm:spPr/>
      <dgm:t>
        <a:bodyPr/>
        <a:lstStyle/>
        <a:p>
          <a:r>
            <a:rPr lang="en-US" dirty="0" smtClean="0"/>
            <a:t>Human-like Structured Autonomous Robot</a:t>
          </a:r>
          <a:endParaRPr lang="en-US" dirty="0"/>
        </a:p>
      </dgm:t>
    </dgm:pt>
    <dgm:pt modelId="{DCA9F8D7-FC53-4482-848A-2415E2ED0272}" type="parTrans" cxnId="{92E2B812-5742-4184-9FF6-33A831BBB73B}">
      <dgm:prSet/>
      <dgm:spPr/>
      <dgm:t>
        <a:bodyPr/>
        <a:lstStyle/>
        <a:p>
          <a:endParaRPr lang="en-US"/>
        </a:p>
      </dgm:t>
    </dgm:pt>
    <dgm:pt modelId="{87838C67-2573-4511-BA2F-02E25DA41570}" type="sibTrans" cxnId="{92E2B812-5742-4184-9FF6-33A831BBB73B}">
      <dgm:prSet/>
      <dgm:spPr/>
      <dgm:t>
        <a:bodyPr/>
        <a:lstStyle/>
        <a:p>
          <a:endParaRPr lang="en-US"/>
        </a:p>
      </dgm:t>
    </dgm:pt>
    <dgm:pt modelId="{E8CA81CD-21AF-487F-A1CC-FF96193D5764}">
      <dgm:prSet phldrT="[Text]"/>
      <dgm:spPr/>
      <dgm:t>
        <a:bodyPr/>
        <a:lstStyle/>
        <a:p>
          <a:r>
            <a:rPr lang="en-US" dirty="0" smtClean="0"/>
            <a:t>Adapts to Changes</a:t>
          </a:r>
          <a:endParaRPr lang="en-US" dirty="0"/>
        </a:p>
      </dgm:t>
    </dgm:pt>
    <dgm:pt modelId="{45B96B6D-BD32-4DB9-8BEF-A2F24EDB18A1}" type="parTrans" cxnId="{9EF78C77-D0B3-41A5-8AED-B0FFE7D60CB5}">
      <dgm:prSet/>
      <dgm:spPr/>
      <dgm:t>
        <a:bodyPr/>
        <a:lstStyle/>
        <a:p>
          <a:endParaRPr lang="en-US"/>
        </a:p>
      </dgm:t>
    </dgm:pt>
    <dgm:pt modelId="{0AFE29D1-9680-40D1-B5BF-D00AB506D8A0}" type="sibTrans" cxnId="{9EF78C77-D0B3-41A5-8AED-B0FFE7D60CB5}">
      <dgm:prSet/>
      <dgm:spPr/>
      <dgm:t>
        <a:bodyPr/>
        <a:lstStyle/>
        <a:p>
          <a:endParaRPr lang="en-US"/>
        </a:p>
      </dgm:t>
    </dgm:pt>
    <dgm:pt modelId="{CCA7D6B6-7B26-4506-BFFB-93EB59825298}">
      <dgm:prSet phldrT="[Text]"/>
      <dgm:spPr/>
      <dgm:t>
        <a:bodyPr/>
        <a:lstStyle/>
        <a:p>
          <a:r>
            <a:rPr lang="en-US" dirty="0" smtClean="0"/>
            <a:t>Takes Decisions</a:t>
          </a:r>
          <a:endParaRPr lang="en-US" dirty="0"/>
        </a:p>
      </dgm:t>
    </dgm:pt>
    <dgm:pt modelId="{4F237059-ED68-4D06-AD5D-073179269C60}" type="parTrans" cxnId="{15C5AD4E-3AC4-4754-AEDC-3D1675670039}">
      <dgm:prSet/>
      <dgm:spPr/>
      <dgm:t>
        <a:bodyPr/>
        <a:lstStyle/>
        <a:p>
          <a:endParaRPr lang="en-US"/>
        </a:p>
      </dgm:t>
    </dgm:pt>
    <dgm:pt modelId="{7A038B95-57C9-4A81-BA3D-2BFF7A3E2085}" type="sibTrans" cxnId="{15C5AD4E-3AC4-4754-AEDC-3D1675670039}">
      <dgm:prSet/>
      <dgm:spPr/>
      <dgm:t>
        <a:bodyPr/>
        <a:lstStyle/>
        <a:p>
          <a:endParaRPr lang="en-US"/>
        </a:p>
      </dgm:t>
    </dgm:pt>
    <dgm:pt modelId="{6DC30FDA-044E-4D13-8322-7D136F6DBF0E}">
      <dgm:prSet phldrT="[Text]"/>
      <dgm:spPr/>
      <dgm:t>
        <a:bodyPr/>
        <a:lstStyle/>
        <a:p>
          <a:r>
            <a:rPr lang="en-US" dirty="0" smtClean="0"/>
            <a:t>Performs Tasks</a:t>
          </a:r>
          <a:endParaRPr lang="en-US" dirty="0"/>
        </a:p>
      </dgm:t>
    </dgm:pt>
    <dgm:pt modelId="{7BE888FF-D32E-4FC2-B6B4-C23D702FA197}" type="parTrans" cxnId="{D6A3774E-6DF8-43AE-B34C-AC72127763FE}">
      <dgm:prSet/>
      <dgm:spPr/>
      <dgm:t>
        <a:bodyPr/>
        <a:lstStyle/>
        <a:p>
          <a:endParaRPr lang="en-US"/>
        </a:p>
      </dgm:t>
    </dgm:pt>
    <dgm:pt modelId="{4BDAFF11-AFA2-4938-8968-97917350FCC4}" type="sibTrans" cxnId="{D6A3774E-6DF8-43AE-B34C-AC72127763FE}">
      <dgm:prSet/>
      <dgm:spPr/>
      <dgm:t>
        <a:bodyPr/>
        <a:lstStyle/>
        <a:p>
          <a:endParaRPr lang="en-US"/>
        </a:p>
      </dgm:t>
    </dgm:pt>
    <dgm:pt modelId="{09AABB35-EA50-4C05-9049-C4659C95AA6F}" type="pres">
      <dgm:prSet presAssocID="{01B75BBF-4444-4B93-9698-992B773ACCDB}" presName="diagram" presStyleCnt="0">
        <dgm:presLayoutVars>
          <dgm:chMax val="1"/>
          <dgm:dir/>
          <dgm:animLvl val="ctr"/>
          <dgm:resizeHandles val="exact"/>
        </dgm:presLayoutVars>
      </dgm:prSet>
      <dgm:spPr/>
      <dgm:t>
        <a:bodyPr/>
        <a:lstStyle/>
        <a:p>
          <a:endParaRPr lang="en-US"/>
        </a:p>
      </dgm:t>
    </dgm:pt>
    <dgm:pt modelId="{0E8472F1-013E-4719-9BEF-E84BB9FF2094}" type="pres">
      <dgm:prSet presAssocID="{01B75BBF-4444-4B93-9698-992B773ACCDB}" presName="matrix" presStyleCnt="0"/>
      <dgm:spPr/>
    </dgm:pt>
    <dgm:pt modelId="{B0DB778D-1FE0-4B73-AEE9-DC8279071AA7}" type="pres">
      <dgm:prSet presAssocID="{01B75BBF-4444-4B93-9698-992B773ACCDB}" presName="tile1" presStyleLbl="node1" presStyleIdx="0" presStyleCnt="4" custLinFactNeighborX="0" custLinFactNeighborY="-3248"/>
      <dgm:spPr/>
      <dgm:t>
        <a:bodyPr/>
        <a:lstStyle/>
        <a:p>
          <a:endParaRPr lang="en-US"/>
        </a:p>
      </dgm:t>
    </dgm:pt>
    <dgm:pt modelId="{1A55DDC7-4E3E-4AB1-BD5C-3E8486907949}" type="pres">
      <dgm:prSet presAssocID="{01B75BBF-4444-4B93-9698-992B773ACCDB}" presName="tile1text" presStyleLbl="node1" presStyleIdx="0" presStyleCnt="4">
        <dgm:presLayoutVars>
          <dgm:chMax val="0"/>
          <dgm:chPref val="0"/>
          <dgm:bulletEnabled val="1"/>
        </dgm:presLayoutVars>
      </dgm:prSet>
      <dgm:spPr/>
      <dgm:t>
        <a:bodyPr/>
        <a:lstStyle/>
        <a:p>
          <a:endParaRPr lang="en-US"/>
        </a:p>
      </dgm:t>
    </dgm:pt>
    <dgm:pt modelId="{E7475788-7F47-4EEC-B664-3ECEE87ED710}" type="pres">
      <dgm:prSet presAssocID="{01B75BBF-4444-4B93-9698-992B773ACCDB}" presName="tile2" presStyleLbl="node1" presStyleIdx="1" presStyleCnt="4"/>
      <dgm:spPr/>
      <dgm:t>
        <a:bodyPr/>
        <a:lstStyle/>
        <a:p>
          <a:endParaRPr lang="en-US"/>
        </a:p>
      </dgm:t>
    </dgm:pt>
    <dgm:pt modelId="{EA7E6E90-5C6E-483A-A2EA-AA8FBCE65BC6}" type="pres">
      <dgm:prSet presAssocID="{01B75BBF-4444-4B93-9698-992B773ACCDB}" presName="tile2text" presStyleLbl="node1" presStyleIdx="1" presStyleCnt="4">
        <dgm:presLayoutVars>
          <dgm:chMax val="0"/>
          <dgm:chPref val="0"/>
          <dgm:bulletEnabled val="1"/>
        </dgm:presLayoutVars>
      </dgm:prSet>
      <dgm:spPr/>
      <dgm:t>
        <a:bodyPr/>
        <a:lstStyle/>
        <a:p>
          <a:endParaRPr lang="en-US"/>
        </a:p>
      </dgm:t>
    </dgm:pt>
    <dgm:pt modelId="{43C77C45-0D9F-41E4-A0DE-19169E4EB5EB}" type="pres">
      <dgm:prSet presAssocID="{01B75BBF-4444-4B93-9698-992B773ACCDB}" presName="tile3" presStyleLbl="node1" presStyleIdx="2" presStyleCnt="4"/>
      <dgm:spPr/>
      <dgm:t>
        <a:bodyPr/>
        <a:lstStyle/>
        <a:p>
          <a:endParaRPr lang="en-US"/>
        </a:p>
      </dgm:t>
    </dgm:pt>
    <dgm:pt modelId="{C839B4F0-B2E3-4A96-9BF8-B31EF313298D}" type="pres">
      <dgm:prSet presAssocID="{01B75BBF-4444-4B93-9698-992B773ACCDB}" presName="tile3text" presStyleLbl="node1" presStyleIdx="2" presStyleCnt="4">
        <dgm:presLayoutVars>
          <dgm:chMax val="0"/>
          <dgm:chPref val="0"/>
          <dgm:bulletEnabled val="1"/>
        </dgm:presLayoutVars>
      </dgm:prSet>
      <dgm:spPr/>
      <dgm:t>
        <a:bodyPr/>
        <a:lstStyle/>
        <a:p>
          <a:endParaRPr lang="en-US"/>
        </a:p>
      </dgm:t>
    </dgm:pt>
    <dgm:pt modelId="{809ED3FF-3482-40AE-BFBB-A8CC389848EF}" type="pres">
      <dgm:prSet presAssocID="{01B75BBF-4444-4B93-9698-992B773ACCDB}" presName="tile4" presStyleLbl="node1" presStyleIdx="3" presStyleCnt="4"/>
      <dgm:spPr/>
      <dgm:t>
        <a:bodyPr/>
        <a:lstStyle/>
        <a:p>
          <a:endParaRPr lang="en-US"/>
        </a:p>
      </dgm:t>
    </dgm:pt>
    <dgm:pt modelId="{00B9E169-C2DD-4719-90D6-9E49B3188CB3}" type="pres">
      <dgm:prSet presAssocID="{01B75BBF-4444-4B93-9698-992B773ACCDB}" presName="tile4text" presStyleLbl="node1" presStyleIdx="3" presStyleCnt="4">
        <dgm:presLayoutVars>
          <dgm:chMax val="0"/>
          <dgm:chPref val="0"/>
          <dgm:bulletEnabled val="1"/>
        </dgm:presLayoutVars>
      </dgm:prSet>
      <dgm:spPr/>
      <dgm:t>
        <a:bodyPr/>
        <a:lstStyle/>
        <a:p>
          <a:endParaRPr lang="en-US"/>
        </a:p>
      </dgm:t>
    </dgm:pt>
    <dgm:pt modelId="{156AA907-86F5-4AC0-91C3-C9EF22B3E0CB}" type="pres">
      <dgm:prSet presAssocID="{01B75BBF-4444-4B93-9698-992B773ACCDB}" presName="centerTile" presStyleLbl="fgShp" presStyleIdx="0" presStyleCnt="1">
        <dgm:presLayoutVars>
          <dgm:chMax val="0"/>
          <dgm:chPref val="0"/>
        </dgm:presLayoutVars>
      </dgm:prSet>
      <dgm:spPr/>
      <dgm:t>
        <a:bodyPr/>
        <a:lstStyle/>
        <a:p>
          <a:endParaRPr lang="en-US"/>
        </a:p>
      </dgm:t>
    </dgm:pt>
  </dgm:ptLst>
  <dgm:cxnLst>
    <dgm:cxn modelId="{41A6A2B4-1738-443F-905C-DA47CBCE236C}" type="presOf" srcId="{6DC30FDA-044E-4D13-8322-7D136F6DBF0E}" destId="{809ED3FF-3482-40AE-BFBB-A8CC389848EF}" srcOrd="0" destOrd="0" presId="urn:microsoft.com/office/officeart/2005/8/layout/matrix1"/>
    <dgm:cxn modelId="{659630B0-9357-460A-A06E-5807C8409C2E}" type="presOf" srcId="{85ACFF5A-5356-40E7-A680-530CE25D1047}" destId="{156AA907-86F5-4AC0-91C3-C9EF22B3E0CB}" srcOrd="0" destOrd="0" presId="urn:microsoft.com/office/officeart/2005/8/layout/matrix1"/>
    <dgm:cxn modelId="{11536B3E-9000-4110-AE69-4E9EE48CE017}" type="presOf" srcId="{9DDB9DC0-51CB-48B5-98FE-8C3A5405AFD2}" destId="{1A55DDC7-4E3E-4AB1-BD5C-3E8486907949}" srcOrd="1" destOrd="0" presId="urn:microsoft.com/office/officeart/2005/8/layout/matrix1"/>
    <dgm:cxn modelId="{15C5AD4E-3AC4-4754-AEDC-3D1675670039}" srcId="{85ACFF5A-5356-40E7-A680-530CE25D1047}" destId="{CCA7D6B6-7B26-4506-BFFB-93EB59825298}" srcOrd="2" destOrd="0" parTransId="{4F237059-ED68-4D06-AD5D-073179269C60}" sibTransId="{7A038B95-57C9-4A81-BA3D-2BFF7A3E2085}"/>
    <dgm:cxn modelId="{60219936-610E-4259-BEAA-1558A381414F}" type="presOf" srcId="{9DDB9DC0-51CB-48B5-98FE-8C3A5405AFD2}" destId="{B0DB778D-1FE0-4B73-AEE9-DC8279071AA7}" srcOrd="0" destOrd="0" presId="urn:microsoft.com/office/officeart/2005/8/layout/matrix1"/>
    <dgm:cxn modelId="{1C15B023-4557-431A-860C-676CB3D4DB2D}" type="presOf" srcId="{CCA7D6B6-7B26-4506-BFFB-93EB59825298}" destId="{43C77C45-0D9F-41E4-A0DE-19169E4EB5EB}" srcOrd="0" destOrd="0" presId="urn:microsoft.com/office/officeart/2005/8/layout/matrix1"/>
    <dgm:cxn modelId="{40CBBB86-2C52-43DC-8510-756AFA083A26}" type="presOf" srcId="{6DC30FDA-044E-4D13-8322-7D136F6DBF0E}" destId="{00B9E169-C2DD-4719-90D6-9E49B3188CB3}" srcOrd="1" destOrd="0" presId="urn:microsoft.com/office/officeart/2005/8/layout/matrix1"/>
    <dgm:cxn modelId="{28F2CAF9-CC29-416B-9153-6E185F785EB3}" type="presOf" srcId="{CCA7D6B6-7B26-4506-BFFB-93EB59825298}" destId="{C839B4F0-B2E3-4A96-9BF8-B31EF313298D}" srcOrd="1" destOrd="0" presId="urn:microsoft.com/office/officeart/2005/8/layout/matrix1"/>
    <dgm:cxn modelId="{D6A3774E-6DF8-43AE-B34C-AC72127763FE}" srcId="{85ACFF5A-5356-40E7-A680-530CE25D1047}" destId="{6DC30FDA-044E-4D13-8322-7D136F6DBF0E}" srcOrd="3" destOrd="0" parTransId="{7BE888FF-D32E-4FC2-B6B4-C23D702FA197}" sibTransId="{4BDAFF11-AFA2-4938-8968-97917350FCC4}"/>
    <dgm:cxn modelId="{57384A2E-AEAF-40D6-AB89-C1B30DC5FA3B}" srcId="{01B75BBF-4444-4B93-9698-992B773ACCDB}" destId="{85ACFF5A-5356-40E7-A680-530CE25D1047}" srcOrd="0" destOrd="0" parTransId="{9D489719-5EED-4ECB-B4B3-B98C10027A38}" sibTransId="{33BC91F2-AFFA-4909-8C9C-14A8494040C2}"/>
    <dgm:cxn modelId="{92E2B812-5742-4184-9FF6-33A831BBB73B}" srcId="{85ACFF5A-5356-40E7-A680-530CE25D1047}" destId="{9DDB9DC0-51CB-48B5-98FE-8C3A5405AFD2}" srcOrd="0" destOrd="0" parTransId="{DCA9F8D7-FC53-4482-848A-2415E2ED0272}" sibTransId="{87838C67-2573-4511-BA2F-02E25DA41570}"/>
    <dgm:cxn modelId="{A52EB9F9-F515-40AF-BE04-F33F549E4237}" type="presOf" srcId="{01B75BBF-4444-4B93-9698-992B773ACCDB}" destId="{09AABB35-EA50-4C05-9049-C4659C95AA6F}" srcOrd="0" destOrd="0" presId="urn:microsoft.com/office/officeart/2005/8/layout/matrix1"/>
    <dgm:cxn modelId="{1722B131-06FB-4469-8A78-89C199E3CFE1}" type="presOf" srcId="{E8CA81CD-21AF-487F-A1CC-FF96193D5764}" destId="{EA7E6E90-5C6E-483A-A2EA-AA8FBCE65BC6}" srcOrd="1" destOrd="0" presId="urn:microsoft.com/office/officeart/2005/8/layout/matrix1"/>
    <dgm:cxn modelId="{9EF78C77-D0B3-41A5-8AED-B0FFE7D60CB5}" srcId="{85ACFF5A-5356-40E7-A680-530CE25D1047}" destId="{E8CA81CD-21AF-487F-A1CC-FF96193D5764}" srcOrd="1" destOrd="0" parTransId="{45B96B6D-BD32-4DB9-8BEF-A2F24EDB18A1}" sibTransId="{0AFE29D1-9680-40D1-B5BF-D00AB506D8A0}"/>
    <dgm:cxn modelId="{5C778CBE-3853-4AF0-9FC9-744397C7AA23}" type="presOf" srcId="{E8CA81CD-21AF-487F-A1CC-FF96193D5764}" destId="{E7475788-7F47-4EEC-B664-3ECEE87ED710}" srcOrd="0" destOrd="0" presId="urn:microsoft.com/office/officeart/2005/8/layout/matrix1"/>
    <dgm:cxn modelId="{FDC2B1D7-860C-49E8-B758-FAE0478C34AC}" type="presParOf" srcId="{09AABB35-EA50-4C05-9049-C4659C95AA6F}" destId="{0E8472F1-013E-4719-9BEF-E84BB9FF2094}" srcOrd="0" destOrd="0" presId="urn:microsoft.com/office/officeart/2005/8/layout/matrix1"/>
    <dgm:cxn modelId="{3C0C2DE4-CC48-41DF-9EA6-D4C14CC90700}" type="presParOf" srcId="{0E8472F1-013E-4719-9BEF-E84BB9FF2094}" destId="{B0DB778D-1FE0-4B73-AEE9-DC8279071AA7}" srcOrd="0" destOrd="0" presId="urn:microsoft.com/office/officeart/2005/8/layout/matrix1"/>
    <dgm:cxn modelId="{B7904EF3-89DD-4003-8BBE-EE0BF19E9451}" type="presParOf" srcId="{0E8472F1-013E-4719-9BEF-E84BB9FF2094}" destId="{1A55DDC7-4E3E-4AB1-BD5C-3E8486907949}" srcOrd="1" destOrd="0" presId="urn:microsoft.com/office/officeart/2005/8/layout/matrix1"/>
    <dgm:cxn modelId="{2EEAD1EB-D38D-4502-9ECF-840457C1F02A}" type="presParOf" srcId="{0E8472F1-013E-4719-9BEF-E84BB9FF2094}" destId="{E7475788-7F47-4EEC-B664-3ECEE87ED710}" srcOrd="2" destOrd="0" presId="urn:microsoft.com/office/officeart/2005/8/layout/matrix1"/>
    <dgm:cxn modelId="{27C54A21-F9F4-430E-9197-8DCF0185E21A}" type="presParOf" srcId="{0E8472F1-013E-4719-9BEF-E84BB9FF2094}" destId="{EA7E6E90-5C6E-483A-A2EA-AA8FBCE65BC6}" srcOrd="3" destOrd="0" presId="urn:microsoft.com/office/officeart/2005/8/layout/matrix1"/>
    <dgm:cxn modelId="{C1E0B1A8-12C0-4D0B-9F69-812718A5D723}" type="presParOf" srcId="{0E8472F1-013E-4719-9BEF-E84BB9FF2094}" destId="{43C77C45-0D9F-41E4-A0DE-19169E4EB5EB}" srcOrd="4" destOrd="0" presId="urn:microsoft.com/office/officeart/2005/8/layout/matrix1"/>
    <dgm:cxn modelId="{0EE23AED-8128-4FB1-8ADF-DA486C97E24A}" type="presParOf" srcId="{0E8472F1-013E-4719-9BEF-E84BB9FF2094}" destId="{C839B4F0-B2E3-4A96-9BF8-B31EF313298D}" srcOrd="5" destOrd="0" presId="urn:microsoft.com/office/officeart/2005/8/layout/matrix1"/>
    <dgm:cxn modelId="{5FF3A59B-5140-492F-87D1-C02262641E56}" type="presParOf" srcId="{0E8472F1-013E-4719-9BEF-E84BB9FF2094}" destId="{809ED3FF-3482-40AE-BFBB-A8CC389848EF}" srcOrd="6" destOrd="0" presId="urn:microsoft.com/office/officeart/2005/8/layout/matrix1"/>
    <dgm:cxn modelId="{78990AB4-0B5A-4635-B9E0-BEF54D3D8C8A}" type="presParOf" srcId="{0E8472F1-013E-4719-9BEF-E84BB9FF2094}" destId="{00B9E169-C2DD-4719-90D6-9E49B3188CB3}" srcOrd="7" destOrd="0" presId="urn:microsoft.com/office/officeart/2005/8/layout/matrix1"/>
    <dgm:cxn modelId="{2C0C20B7-B7AB-494A-89DE-171035C5C406}" type="presParOf" srcId="{09AABB35-EA50-4C05-9049-C4659C95AA6F}" destId="{156AA907-86F5-4AC0-91C3-C9EF22B3E0CB}" srcOrd="1" destOrd="0" presId="urn:microsoft.com/office/officeart/2005/8/layout/matrix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FC2DE45-E82C-4FBE-B1CB-AD1EBD604E7B}" type="doc">
      <dgm:prSet loTypeId="urn:microsoft.com/office/officeart/2005/8/layout/pList1" loCatId="picture" qsTypeId="urn:microsoft.com/office/officeart/2005/8/quickstyle/simple5" qsCatId="simple" csTypeId="urn:microsoft.com/office/officeart/2005/8/colors/accent1_2" csCatId="accent1" phldr="1"/>
      <dgm:spPr/>
    </dgm:pt>
    <dgm:pt modelId="{497685D8-6D1F-427B-BABB-2447002CB6C2}">
      <dgm:prSet phldrT="[Text]"/>
      <dgm:spPr/>
      <dgm:t>
        <a:bodyPr/>
        <a:lstStyle/>
        <a:p>
          <a:r>
            <a:rPr lang="en-US" b="1" dirty="0" smtClean="0"/>
            <a:t>Movement</a:t>
          </a:r>
          <a:endParaRPr lang="en-US" b="1" dirty="0"/>
        </a:p>
      </dgm:t>
    </dgm:pt>
    <dgm:pt modelId="{17E4AD56-C8B8-4B05-B9FD-A7099E1A06A5}" type="parTrans" cxnId="{B618654D-A02F-4956-8DD1-9D8C98269511}">
      <dgm:prSet/>
      <dgm:spPr/>
      <dgm:t>
        <a:bodyPr/>
        <a:lstStyle/>
        <a:p>
          <a:endParaRPr lang="en-US"/>
        </a:p>
      </dgm:t>
    </dgm:pt>
    <dgm:pt modelId="{D5D37B3B-2312-4DC2-B92A-0916221D7F59}" type="sibTrans" cxnId="{B618654D-A02F-4956-8DD1-9D8C98269511}">
      <dgm:prSet/>
      <dgm:spPr/>
      <dgm:t>
        <a:bodyPr/>
        <a:lstStyle/>
        <a:p>
          <a:endParaRPr lang="en-US"/>
        </a:p>
      </dgm:t>
    </dgm:pt>
    <dgm:pt modelId="{7A1F359C-9825-4932-B6FB-B91B6C84121F}">
      <dgm:prSet phldrT="[Text]" custT="1"/>
      <dgm:spPr/>
      <dgm:t>
        <a:bodyPr/>
        <a:lstStyle/>
        <a:p>
          <a:r>
            <a:rPr lang="en-US" sz="3200" b="1" dirty="0" smtClean="0"/>
            <a:t>Perception</a:t>
          </a:r>
          <a:endParaRPr lang="en-US" sz="3200" b="1" dirty="0"/>
        </a:p>
      </dgm:t>
    </dgm:pt>
    <dgm:pt modelId="{CB486773-2312-497D-9492-DF041A05005F}" type="parTrans" cxnId="{1B87B710-C196-4277-AE9E-AC2C2F1CF5A9}">
      <dgm:prSet/>
      <dgm:spPr/>
      <dgm:t>
        <a:bodyPr/>
        <a:lstStyle/>
        <a:p>
          <a:endParaRPr lang="en-US"/>
        </a:p>
      </dgm:t>
    </dgm:pt>
    <dgm:pt modelId="{29129768-A881-40CA-A08E-05D7287D3CE3}" type="sibTrans" cxnId="{1B87B710-C196-4277-AE9E-AC2C2F1CF5A9}">
      <dgm:prSet/>
      <dgm:spPr/>
      <dgm:t>
        <a:bodyPr/>
        <a:lstStyle/>
        <a:p>
          <a:endParaRPr lang="en-US"/>
        </a:p>
      </dgm:t>
    </dgm:pt>
    <dgm:pt modelId="{CAAC874F-846D-47E0-B8EA-B1EAEB48E10D}">
      <dgm:prSet phldrT="[Text]"/>
      <dgm:spPr/>
      <dgm:t>
        <a:bodyPr/>
        <a:lstStyle/>
        <a:p>
          <a:r>
            <a:rPr lang="en-US" b="1" dirty="0" smtClean="0"/>
            <a:t>Decision</a:t>
          </a:r>
          <a:endParaRPr lang="en-US" b="1" dirty="0"/>
        </a:p>
      </dgm:t>
    </dgm:pt>
    <dgm:pt modelId="{778200AA-A472-4E05-B581-7423989596EA}" type="parTrans" cxnId="{5B896BFF-C726-4386-B9AB-33F99DFB0402}">
      <dgm:prSet/>
      <dgm:spPr/>
      <dgm:t>
        <a:bodyPr/>
        <a:lstStyle/>
        <a:p>
          <a:endParaRPr lang="en-US"/>
        </a:p>
      </dgm:t>
    </dgm:pt>
    <dgm:pt modelId="{4BA98824-0C70-4304-A8AB-451D5214C7A1}" type="sibTrans" cxnId="{5B896BFF-C726-4386-B9AB-33F99DFB0402}">
      <dgm:prSet/>
      <dgm:spPr/>
      <dgm:t>
        <a:bodyPr/>
        <a:lstStyle/>
        <a:p>
          <a:endParaRPr lang="en-US"/>
        </a:p>
      </dgm:t>
    </dgm:pt>
    <dgm:pt modelId="{389AEAAB-5D53-448E-BAE0-2354E4D6E0A3}" type="pres">
      <dgm:prSet presAssocID="{0FC2DE45-E82C-4FBE-B1CB-AD1EBD604E7B}" presName="Name0" presStyleCnt="0">
        <dgm:presLayoutVars>
          <dgm:dir/>
          <dgm:resizeHandles val="exact"/>
        </dgm:presLayoutVars>
      </dgm:prSet>
      <dgm:spPr/>
    </dgm:pt>
    <dgm:pt modelId="{0F0760D3-1617-49EA-BBBC-F6924F976BC5}" type="pres">
      <dgm:prSet presAssocID="{497685D8-6D1F-427B-BABB-2447002CB6C2}" presName="compNode" presStyleCnt="0"/>
      <dgm:spPr/>
    </dgm:pt>
    <dgm:pt modelId="{05C07283-54DF-4790-BED3-5C93C8975D6A}" type="pres">
      <dgm:prSet presAssocID="{497685D8-6D1F-427B-BABB-2447002CB6C2}" presName="pictRect" presStyleLbl="node1" presStyleIdx="0" presStyleCnt="3"/>
      <dgm:spPr>
        <a:blipFill dpi="0" rotWithShape="1">
          <a:blip xmlns:r="http://schemas.openxmlformats.org/officeDocument/2006/relationships" r:embed="rId1">
            <a:duotone>
              <a:schemeClr val="accent1">
                <a:shade val="45000"/>
                <a:satMod val="135000"/>
              </a:schemeClr>
              <a:prstClr val="white"/>
            </a:duotone>
          </a:blip>
          <a:srcRect/>
          <a:stretch>
            <a:fillRect l="-8573" t="1251" r="-116210" b="-1528"/>
          </a:stretch>
        </a:blipFill>
      </dgm:spPr>
    </dgm:pt>
    <dgm:pt modelId="{4975F7DD-CC10-4BAF-A03C-235BA1BCE027}" type="pres">
      <dgm:prSet presAssocID="{497685D8-6D1F-427B-BABB-2447002CB6C2}" presName="textRect" presStyleLbl="revTx" presStyleIdx="0" presStyleCnt="3">
        <dgm:presLayoutVars>
          <dgm:bulletEnabled val="1"/>
        </dgm:presLayoutVars>
      </dgm:prSet>
      <dgm:spPr/>
      <dgm:t>
        <a:bodyPr/>
        <a:lstStyle/>
        <a:p>
          <a:endParaRPr lang="en-US"/>
        </a:p>
      </dgm:t>
    </dgm:pt>
    <dgm:pt modelId="{90BD41C7-35DA-4CCE-B620-00F41B6CC437}" type="pres">
      <dgm:prSet presAssocID="{D5D37B3B-2312-4DC2-B92A-0916221D7F59}" presName="sibTrans" presStyleLbl="sibTrans2D1" presStyleIdx="0" presStyleCnt="0"/>
      <dgm:spPr/>
      <dgm:t>
        <a:bodyPr/>
        <a:lstStyle/>
        <a:p>
          <a:endParaRPr lang="en-US"/>
        </a:p>
      </dgm:t>
    </dgm:pt>
    <dgm:pt modelId="{883FC968-9876-4E63-94B4-71E0BEA94318}" type="pres">
      <dgm:prSet presAssocID="{7A1F359C-9825-4932-B6FB-B91B6C84121F}" presName="compNode" presStyleCnt="0"/>
      <dgm:spPr/>
    </dgm:pt>
    <dgm:pt modelId="{4B733CB5-65BC-464B-B009-699ED871A0BB}" type="pres">
      <dgm:prSet presAssocID="{7A1F359C-9825-4932-B6FB-B91B6C84121F}" presName="pictRect" presStyleLbl="node1" presStyleIdx="1" presStyleCnt="3"/>
      <dgm:spPr>
        <a:blipFill rotWithShape="1">
          <a:blip xmlns:r="http://schemas.openxmlformats.org/officeDocument/2006/relationships" r:embed="rId2">
            <a:duotone>
              <a:schemeClr val="accent1">
                <a:shade val="45000"/>
                <a:satMod val="135000"/>
              </a:schemeClr>
              <a:prstClr val="white"/>
            </a:duotone>
          </a:blip>
          <a:stretch>
            <a:fillRect/>
          </a:stretch>
        </a:blipFill>
      </dgm:spPr>
    </dgm:pt>
    <dgm:pt modelId="{2B04EDCB-5A7B-4A1D-BAEF-9E601EA93DA8}" type="pres">
      <dgm:prSet presAssocID="{7A1F359C-9825-4932-B6FB-B91B6C84121F}" presName="textRect" presStyleLbl="revTx" presStyleIdx="1" presStyleCnt="3">
        <dgm:presLayoutVars>
          <dgm:bulletEnabled val="1"/>
        </dgm:presLayoutVars>
      </dgm:prSet>
      <dgm:spPr/>
      <dgm:t>
        <a:bodyPr/>
        <a:lstStyle/>
        <a:p>
          <a:endParaRPr lang="en-US"/>
        </a:p>
      </dgm:t>
    </dgm:pt>
    <dgm:pt modelId="{9BEF5DE6-65C7-4996-98CC-5E0371044E2B}" type="pres">
      <dgm:prSet presAssocID="{29129768-A881-40CA-A08E-05D7287D3CE3}" presName="sibTrans" presStyleLbl="sibTrans2D1" presStyleIdx="0" presStyleCnt="0"/>
      <dgm:spPr/>
      <dgm:t>
        <a:bodyPr/>
        <a:lstStyle/>
        <a:p>
          <a:endParaRPr lang="en-US"/>
        </a:p>
      </dgm:t>
    </dgm:pt>
    <dgm:pt modelId="{410004B2-DDED-41B0-9F77-5817B68C90A2}" type="pres">
      <dgm:prSet presAssocID="{CAAC874F-846D-47E0-B8EA-B1EAEB48E10D}" presName="compNode" presStyleCnt="0"/>
      <dgm:spPr/>
    </dgm:pt>
    <dgm:pt modelId="{46E8EABD-D9EE-4F9F-ACFD-6FF48DBA5F46}" type="pres">
      <dgm:prSet presAssocID="{CAAC874F-846D-47E0-B8EA-B1EAEB48E10D}" presName="pictRect" presStyleLbl="node1" presStyleIdx="2" presStyleCnt="3"/>
      <dgm:spPr>
        <a:blipFill rotWithShape="1">
          <a:blip xmlns:r="http://schemas.openxmlformats.org/officeDocument/2006/relationships" r:embed="rId3">
            <a:duotone>
              <a:schemeClr val="accent1">
                <a:shade val="45000"/>
                <a:satMod val="135000"/>
              </a:schemeClr>
              <a:prstClr val="white"/>
            </a:duotone>
          </a:blip>
          <a:stretch>
            <a:fillRect/>
          </a:stretch>
        </a:blipFill>
      </dgm:spPr>
    </dgm:pt>
    <dgm:pt modelId="{51DB55B0-96FF-4039-B28F-28D5E503CB27}" type="pres">
      <dgm:prSet presAssocID="{CAAC874F-846D-47E0-B8EA-B1EAEB48E10D}" presName="textRect" presStyleLbl="revTx" presStyleIdx="2" presStyleCnt="3">
        <dgm:presLayoutVars>
          <dgm:bulletEnabled val="1"/>
        </dgm:presLayoutVars>
      </dgm:prSet>
      <dgm:spPr/>
      <dgm:t>
        <a:bodyPr/>
        <a:lstStyle/>
        <a:p>
          <a:endParaRPr lang="en-US"/>
        </a:p>
      </dgm:t>
    </dgm:pt>
  </dgm:ptLst>
  <dgm:cxnLst>
    <dgm:cxn modelId="{382CD5D0-A588-44B4-AC65-266FABEA3764}" type="presOf" srcId="{29129768-A881-40CA-A08E-05D7287D3CE3}" destId="{9BEF5DE6-65C7-4996-98CC-5E0371044E2B}" srcOrd="0" destOrd="0" presId="urn:microsoft.com/office/officeart/2005/8/layout/pList1"/>
    <dgm:cxn modelId="{1B87B710-C196-4277-AE9E-AC2C2F1CF5A9}" srcId="{0FC2DE45-E82C-4FBE-B1CB-AD1EBD604E7B}" destId="{7A1F359C-9825-4932-B6FB-B91B6C84121F}" srcOrd="1" destOrd="0" parTransId="{CB486773-2312-497D-9492-DF041A05005F}" sibTransId="{29129768-A881-40CA-A08E-05D7287D3CE3}"/>
    <dgm:cxn modelId="{860330F6-1B99-438E-B18F-3842F44E57FE}" type="presOf" srcId="{D5D37B3B-2312-4DC2-B92A-0916221D7F59}" destId="{90BD41C7-35DA-4CCE-B620-00F41B6CC437}" srcOrd="0" destOrd="0" presId="urn:microsoft.com/office/officeart/2005/8/layout/pList1"/>
    <dgm:cxn modelId="{5B896BFF-C726-4386-B9AB-33F99DFB0402}" srcId="{0FC2DE45-E82C-4FBE-B1CB-AD1EBD604E7B}" destId="{CAAC874F-846D-47E0-B8EA-B1EAEB48E10D}" srcOrd="2" destOrd="0" parTransId="{778200AA-A472-4E05-B581-7423989596EA}" sibTransId="{4BA98824-0C70-4304-A8AB-451D5214C7A1}"/>
    <dgm:cxn modelId="{CB426A4C-6E28-4C4A-B685-A3F4CFC45C89}" type="presOf" srcId="{497685D8-6D1F-427B-BABB-2447002CB6C2}" destId="{4975F7DD-CC10-4BAF-A03C-235BA1BCE027}" srcOrd="0" destOrd="0" presId="urn:microsoft.com/office/officeart/2005/8/layout/pList1"/>
    <dgm:cxn modelId="{9185C8CE-9BC5-4C53-B625-CD88DBF9F6E6}" type="presOf" srcId="{CAAC874F-846D-47E0-B8EA-B1EAEB48E10D}" destId="{51DB55B0-96FF-4039-B28F-28D5E503CB27}" srcOrd="0" destOrd="0" presId="urn:microsoft.com/office/officeart/2005/8/layout/pList1"/>
    <dgm:cxn modelId="{B618654D-A02F-4956-8DD1-9D8C98269511}" srcId="{0FC2DE45-E82C-4FBE-B1CB-AD1EBD604E7B}" destId="{497685D8-6D1F-427B-BABB-2447002CB6C2}" srcOrd="0" destOrd="0" parTransId="{17E4AD56-C8B8-4B05-B9FD-A7099E1A06A5}" sibTransId="{D5D37B3B-2312-4DC2-B92A-0916221D7F59}"/>
    <dgm:cxn modelId="{C969F162-5317-4FA5-8510-FB4C4286F4EB}" type="presOf" srcId="{7A1F359C-9825-4932-B6FB-B91B6C84121F}" destId="{2B04EDCB-5A7B-4A1D-BAEF-9E601EA93DA8}" srcOrd="0" destOrd="0" presId="urn:microsoft.com/office/officeart/2005/8/layout/pList1"/>
    <dgm:cxn modelId="{7B05013A-682B-44F7-99DA-0BE492B74EEC}" type="presOf" srcId="{0FC2DE45-E82C-4FBE-B1CB-AD1EBD604E7B}" destId="{389AEAAB-5D53-448E-BAE0-2354E4D6E0A3}" srcOrd="0" destOrd="0" presId="urn:microsoft.com/office/officeart/2005/8/layout/pList1"/>
    <dgm:cxn modelId="{92EBEC39-0B33-436B-A576-AAFA1530501A}" type="presParOf" srcId="{389AEAAB-5D53-448E-BAE0-2354E4D6E0A3}" destId="{0F0760D3-1617-49EA-BBBC-F6924F976BC5}" srcOrd="0" destOrd="0" presId="urn:microsoft.com/office/officeart/2005/8/layout/pList1"/>
    <dgm:cxn modelId="{6AAAECF5-256B-4273-B40D-A8E10428E724}" type="presParOf" srcId="{0F0760D3-1617-49EA-BBBC-F6924F976BC5}" destId="{05C07283-54DF-4790-BED3-5C93C8975D6A}" srcOrd="0" destOrd="0" presId="urn:microsoft.com/office/officeart/2005/8/layout/pList1"/>
    <dgm:cxn modelId="{87468F95-FF0E-4AE9-97C7-75521DA3D608}" type="presParOf" srcId="{0F0760D3-1617-49EA-BBBC-F6924F976BC5}" destId="{4975F7DD-CC10-4BAF-A03C-235BA1BCE027}" srcOrd="1" destOrd="0" presId="urn:microsoft.com/office/officeart/2005/8/layout/pList1"/>
    <dgm:cxn modelId="{43B266EC-9DF9-44EE-8843-19FB132131EB}" type="presParOf" srcId="{389AEAAB-5D53-448E-BAE0-2354E4D6E0A3}" destId="{90BD41C7-35DA-4CCE-B620-00F41B6CC437}" srcOrd="1" destOrd="0" presId="urn:microsoft.com/office/officeart/2005/8/layout/pList1"/>
    <dgm:cxn modelId="{C22C3C16-7CAE-40D7-98BB-A9179965F1DE}" type="presParOf" srcId="{389AEAAB-5D53-448E-BAE0-2354E4D6E0A3}" destId="{883FC968-9876-4E63-94B4-71E0BEA94318}" srcOrd="2" destOrd="0" presId="urn:microsoft.com/office/officeart/2005/8/layout/pList1"/>
    <dgm:cxn modelId="{9473AD9A-DD52-4BB1-8421-9166F19CF087}" type="presParOf" srcId="{883FC968-9876-4E63-94B4-71E0BEA94318}" destId="{4B733CB5-65BC-464B-B009-699ED871A0BB}" srcOrd="0" destOrd="0" presId="urn:microsoft.com/office/officeart/2005/8/layout/pList1"/>
    <dgm:cxn modelId="{3230BDDF-C0CF-4406-BB6B-0C2D0141F7CB}" type="presParOf" srcId="{883FC968-9876-4E63-94B4-71E0BEA94318}" destId="{2B04EDCB-5A7B-4A1D-BAEF-9E601EA93DA8}" srcOrd="1" destOrd="0" presId="urn:microsoft.com/office/officeart/2005/8/layout/pList1"/>
    <dgm:cxn modelId="{F2AF53C9-1EF2-4DDA-98D3-5901A21C9A7A}" type="presParOf" srcId="{389AEAAB-5D53-448E-BAE0-2354E4D6E0A3}" destId="{9BEF5DE6-65C7-4996-98CC-5E0371044E2B}" srcOrd="3" destOrd="0" presId="urn:microsoft.com/office/officeart/2005/8/layout/pList1"/>
    <dgm:cxn modelId="{43433173-4A2F-4B8C-A86A-1138BDEDEC65}" type="presParOf" srcId="{389AEAAB-5D53-448E-BAE0-2354E4D6E0A3}" destId="{410004B2-DDED-41B0-9F77-5817B68C90A2}" srcOrd="4" destOrd="0" presId="urn:microsoft.com/office/officeart/2005/8/layout/pList1"/>
    <dgm:cxn modelId="{1F7D0B2C-51CB-4B25-A3FB-E0EB6C1EBD0D}" type="presParOf" srcId="{410004B2-DDED-41B0-9F77-5817B68C90A2}" destId="{46E8EABD-D9EE-4F9F-ACFD-6FF48DBA5F46}" srcOrd="0" destOrd="0" presId="urn:microsoft.com/office/officeart/2005/8/layout/pList1"/>
    <dgm:cxn modelId="{A84A53D1-296B-4E6F-B2DB-38BF47E0C54B}" type="presParOf" srcId="{410004B2-DDED-41B0-9F77-5817B68C90A2}" destId="{51DB55B0-96FF-4039-B28F-28D5E503CB27}" srcOrd="1" destOrd="0" presId="urn:microsoft.com/office/officeart/2005/8/layout/p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F22FAA8-460B-405C-B930-41EE5AF013CC}" type="doc">
      <dgm:prSet loTypeId="urn:microsoft.com/office/officeart/2008/layout/TitledPictureBlocks" loCatId="picture" qsTypeId="urn:microsoft.com/office/officeart/2005/8/quickstyle/simple3" qsCatId="simple" csTypeId="urn:microsoft.com/office/officeart/2005/8/colors/accent1_2" csCatId="accent1" phldr="1"/>
      <dgm:spPr/>
      <dgm:t>
        <a:bodyPr/>
        <a:lstStyle/>
        <a:p>
          <a:endParaRPr lang="en-US"/>
        </a:p>
      </dgm:t>
    </dgm:pt>
    <dgm:pt modelId="{400694F6-BA2E-4A24-92BC-866F8D6B381C}">
      <dgm:prSet phldrT="[Text]"/>
      <dgm:spPr/>
      <dgm:t>
        <a:bodyPr/>
        <a:lstStyle/>
        <a:p>
          <a:r>
            <a:rPr lang="en-US" smtClean="0"/>
            <a:t>Kinematics Model</a:t>
          </a:r>
          <a:endParaRPr lang="en-US" dirty="0"/>
        </a:p>
      </dgm:t>
    </dgm:pt>
    <dgm:pt modelId="{B79B4669-3C28-4CAA-8141-C67918597E56}" type="parTrans" cxnId="{9D82CBA6-BA46-4FA3-B98E-9186C20C813F}">
      <dgm:prSet/>
      <dgm:spPr/>
      <dgm:t>
        <a:bodyPr/>
        <a:lstStyle/>
        <a:p>
          <a:endParaRPr lang="en-US"/>
        </a:p>
      </dgm:t>
    </dgm:pt>
    <dgm:pt modelId="{42D93123-AAC0-4E06-9E6E-A3F33E5912BB}" type="sibTrans" cxnId="{9D82CBA6-BA46-4FA3-B98E-9186C20C813F}">
      <dgm:prSet/>
      <dgm:spPr/>
      <dgm:t>
        <a:bodyPr/>
        <a:lstStyle/>
        <a:p>
          <a:endParaRPr lang="en-US"/>
        </a:p>
      </dgm:t>
    </dgm:pt>
    <dgm:pt modelId="{23C54FA4-4B6E-43FD-A8E8-0AD878B7668B}">
      <dgm:prSet phldrT="[Text]"/>
      <dgm:spPr/>
      <dgm:t>
        <a:bodyPr/>
        <a:lstStyle/>
        <a:p>
          <a:r>
            <a:rPr lang="en-US" smtClean="0"/>
            <a:t>Dynamics Model</a:t>
          </a:r>
          <a:endParaRPr lang="en-US" dirty="0"/>
        </a:p>
      </dgm:t>
    </dgm:pt>
    <dgm:pt modelId="{C03F80B8-EADC-41F9-8701-618D5B059201}" type="parTrans" cxnId="{784E8693-907E-4766-AD28-D9D1812D87FA}">
      <dgm:prSet/>
      <dgm:spPr/>
      <dgm:t>
        <a:bodyPr/>
        <a:lstStyle/>
        <a:p>
          <a:endParaRPr lang="en-US"/>
        </a:p>
      </dgm:t>
    </dgm:pt>
    <dgm:pt modelId="{D939C664-0799-490E-82F9-3CAF44480D3C}" type="sibTrans" cxnId="{784E8693-907E-4766-AD28-D9D1812D87FA}">
      <dgm:prSet/>
      <dgm:spPr/>
      <dgm:t>
        <a:bodyPr/>
        <a:lstStyle/>
        <a:p>
          <a:endParaRPr lang="en-US"/>
        </a:p>
      </dgm:t>
    </dgm:pt>
    <dgm:pt modelId="{A34F74D0-AFDB-40DC-B0D2-B3ACB07BF35E}">
      <dgm:prSet phldrT="[Text]"/>
      <dgm:spPr/>
      <dgm:t>
        <a:bodyPr/>
        <a:lstStyle/>
        <a:p>
          <a:r>
            <a:rPr lang="en-US" smtClean="0"/>
            <a:t>Motion Analysis and Control</a:t>
          </a:r>
          <a:endParaRPr lang="en-US" dirty="0"/>
        </a:p>
      </dgm:t>
    </dgm:pt>
    <dgm:pt modelId="{1715A9E2-D127-4FA1-A6B2-3D21CE29D3C2}" type="parTrans" cxnId="{CE60C2D4-90DF-41C1-A6A5-F071004EF86F}">
      <dgm:prSet/>
      <dgm:spPr/>
      <dgm:t>
        <a:bodyPr/>
        <a:lstStyle/>
        <a:p>
          <a:endParaRPr lang="en-US"/>
        </a:p>
      </dgm:t>
    </dgm:pt>
    <dgm:pt modelId="{A575C2BA-2C46-4EA6-8F56-22FE01E422EF}" type="sibTrans" cxnId="{CE60C2D4-90DF-41C1-A6A5-F071004EF86F}">
      <dgm:prSet/>
      <dgm:spPr/>
      <dgm:t>
        <a:bodyPr/>
        <a:lstStyle/>
        <a:p>
          <a:endParaRPr lang="en-US"/>
        </a:p>
      </dgm:t>
    </dgm:pt>
    <dgm:pt modelId="{1A8F7177-D41A-45A1-874F-6F0AF4761EAC}" type="pres">
      <dgm:prSet presAssocID="{AF22FAA8-460B-405C-B930-41EE5AF013CC}" presName="rootNode" presStyleCnt="0">
        <dgm:presLayoutVars>
          <dgm:chMax/>
          <dgm:chPref/>
          <dgm:dir/>
          <dgm:animLvl val="lvl"/>
        </dgm:presLayoutVars>
      </dgm:prSet>
      <dgm:spPr/>
      <dgm:t>
        <a:bodyPr/>
        <a:lstStyle/>
        <a:p>
          <a:endParaRPr lang="en-US"/>
        </a:p>
      </dgm:t>
    </dgm:pt>
    <dgm:pt modelId="{E57C1814-1B18-4D99-96E7-97DD0C9A5532}" type="pres">
      <dgm:prSet presAssocID="{400694F6-BA2E-4A24-92BC-866F8D6B381C}" presName="composite" presStyleCnt="0"/>
      <dgm:spPr/>
      <dgm:t>
        <a:bodyPr/>
        <a:lstStyle/>
        <a:p>
          <a:endParaRPr lang="en-US"/>
        </a:p>
      </dgm:t>
    </dgm:pt>
    <dgm:pt modelId="{321F0E94-FC9B-45C7-9E9F-6A529ECFF61A}" type="pres">
      <dgm:prSet presAssocID="{400694F6-BA2E-4A24-92BC-866F8D6B381C}" presName="ParentText" presStyleLbl="node1" presStyleIdx="0" presStyleCnt="3">
        <dgm:presLayoutVars>
          <dgm:chMax val="1"/>
          <dgm:chPref val="1"/>
          <dgm:bulletEnabled val="1"/>
        </dgm:presLayoutVars>
      </dgm:prSet>
      <dgm:spPr/>
      <dgm:t>
        <a:bodyPr/>
        <a:lstStyle/>
        <a:p>
          <a:endParaRPr lang="en-US"/>
        </a:p>
      </dgm:t>
    </dgm:pt>
    <dgm:pt modelId="{E5BCAFF3-E273-4867-B6C8-B6D0EBAA2DBC}" type="pres">
      <dgm:prSet presAssocID="{400694F6-BA2E-4A24-92BC-866F8D6B381C}" presName="Image" presStyleLbl="bgImgPlace1" presStyleIdx="0" presStyleCnt="3"/>
      <dgm:spPr>
        <a:blipFill rotWithShape="1">
          <a:blip xmlns:r="http://schemas.openxmlformats.org/officeDocument/2006/relationships" r:embed="rId1"/>
          <a:stretch>
            <a:fillRect/>
          </a:stretch>
        </a:blipFill>
      </dgm:spPr>
      <dgm:t>
        <a:bodyPr/>
        <a:lstStyle/>
        <a:p>
          <a:endParaRPr lang="en-US"/>
        </a:p>
      </dgm:t>
    </dgm:pt>
    <dgm:pt modelId="{260D63DB-60CF-40E4-A9FE-66239BEDF842}" type="pres">
      <dgm:prSet presAssocID="{400694F6-BA2E-4A24-92BC-866F8D6B381C}" presName="ChildText" presStyleLbl="fgAcc1" presStyleIdx="0" presStyleCnt="0">
        <dgm:presLayoutVars>
          <dgm:chMax val="0"/>
          <dgm:chPref val="0"/>
          <dgm:bulletEnabled val="1"/>
        </dgm:presLayoutVars>
      </dgm:prSet>
      <dgm:spPr/>
      <dgm:t>
        <a:bodyPr/>
        <a:lstStyle/>
        <a:p>
          <a:endParaRPr lang="en-US"/>
        </a:p>
      </dgm:t>
    </dgm:pt>
    <dgm:pt modelId="{39055AC4-B45B-495A-A2C4-BF35096FCDEF}" type="pres">
      <dgm:prSet presAssocID="{42D93123-AAC0-4E06-9E6E-A3F33E5912BB}" presName="sibTrans" presStyleCnt="0"/>
      <dgm:spPr/>
      <dgm:t>
        <a:bodyPr/>
        <a:lstStyle/>
        <a:p>
          <a:endParaRPr lang="en-US"/>
        </a:p>
      </dgm:t>
    </dgm:pt>
    <dgm:pt modelId="{BEBBE604-CC59-44F5-86C1-E78866BC85A5}" type="pres">
      <dgm:prSet presAssocID="{23C54FA4-4B6E-43FD-A8E8-0AD878B7668B}" presName="composite" presStyleCnt="0"/>
      <dgm:spPr/>
      <dgm:t>
        <a:bodyPr/>
        <a:lstStyle/>
        <a:p>
          <a:endParaRPr lang="en-US"/>
        </a:p>
      </dgm:t>
    </dgm:pt>
    <dgm:pt modelId="{A6CDE231-E24F-4174-A04C-1EE80253C68D}" type="pres">
      <dgm:prSet presAssocID="{23C54FA4-4B6E-43FD-A8E8-0AD878B7668B}" presName="ParentText" presStyleLbl="node1" presStyleIdx="1" presStyleCnt="3">
        <dgm:presLayoutVars>
          <dgm:chMax val="1"/>
          <dgm:chPref val="1"/>
          <dgm:bulletEnabled val="1"/>
        </dgm:presLayoutVars>
      </dgm:prSet>
      <dgm:spPr/>
      <dgm:t>
        <a:bodyPr/>
        <a:lstStyle/>
        <a:p>
          <a:endParaRPr lang="en-US"/>
        </a:p>
      </dgm:t>
    </dgm:pt>
    <dgm:pt modelId="{BD599086-7D5B-4870-9457-8241DA18BF9F}" type="pres">
      <dgm:prSet presAssocID="{23C54FA4-4B6E-43FD-A8E8-0AD878B7668B}" presName="Image" presStyleLbl="bgImgPlace1" presStyleIdx="1" presStyleCnt="3"/>
      <dgm:spPr>
        <a:blipFill rotWithShape="1">
          <a:blip xmlns:r="http://schemas.openxmlformats.org/officeDocument/2006/relationships" r:embed="rId2"/>
          <a:stretch>
            <a:fillRect/>
          </a:stretch>
        </a:blipFill>
      </dgm:spPr>
      <dgm:t>
        <a:bodyPr/>
        <a:lstStyle/>
        <a:p>
          <a:endParaRPr lang="en-US"/>
        </a:p>
      </dgm:t>
    </dgm:pt>
    <dgm:pt modelId="{DCF50FAD-44AF-4F84-949F-2E3E51DE01F1}" type="pres">
      <dgm:prSet presAssocID="{23C54FA4-4B6E-43FD-A8E8-0AD878B7668B}" presName="ChildText" presStyleLbl="fgAcc1" presStyleIdx="0" presStyleCnt="0">
        <dgm:presLayoutVars>
          <dgm:chMax val="0"/>
          <dgm:chPref val="0"/>
          <dgm:bulletEnabled val="1"/>
        </dgm:presLayoutVars>
      </dgm:prSet>
      <dgm:spPr/>
      <dgm:t>
        <a:bodyPr/>
        <a:lstStyle/>
        <a:p>
          <a:endParaRPr lang="en-US"/>
        </a:p>
      </dgm:t>
    </dgm:pt>
    <dgm:pt modelId="{2133A01F-F606-45BD-B867-E53369871BD8}" type="pres">
      <dgm:prSet presAssocID="{D939C664-0799-490E-82F9-3CAF44480D3C}" presName="sibTrans" presStyleCnt="0"/>
      <dgm:spPr/>
      <dgm:t>
        <a:bodyPr/>
        <a:lstStyle/>
        <a:p>
          <a:endParaRPr lang="en-US"/>
        </a:p>
      </dgm:t>
    </dgm:pt>
    <dgm:pt modelId="{20640705-9835-4B69-ACDE-B0BD4342AE6F}" type="pres">
      <dgm:prSet presAssocID="{A34F74D0-AFDB-40DC-B0D2-B3ACB07BF35E}" presName="composite" presStyleCnt="0"/>
      <dgm:spPr/>
      <dgm:t>
        <a:bodyPr/>
        <a:lstStyle/>
        <a:p>
          <a:endParaRPr lang="en-US"/>
        </a:p>
      </dgm:t>
    </dgm:pt>
    <dgm:pt modelId="{A7538DF1-991A-42EC-9240-57942CA047D6}" type="pres">
      <dgm:prSet presAssocID="{A34F74D0-AFDB-40DC-B0D2-B3ACB07BF35E}" presName="ParentText" presStyleLbl="node1" presStyleIdx="2" presStyleCnt="3">
        <dgm:presLayoutVars>
          <dgm:chMax val="1"/>
          <dgm:chPref val="1"/>
          <dgm:bulletEnabled val="1"/>
        </dgm:presLayoutVars>
      </dgm:prSet>
      <dgm:spPr/>
      <dgm:t>
        <a:bodyPr/>
        <a:lstStyle/>
        <a:p>
          <a:endParaRPr lang="en-US"/>
        </a:p>
      </dgm:t>
    </dgm:pt>
    <dgm:pt modelId="{4FB14659-D3B2-415D-9445-B10C7DFAB5E6}" type="pres">
      <dgm:prSet presAssocID="{A34F74D0-AFDB-40DC-B0D2-B3ACB07BF35E}" presName="Image" presStyleLbl="bgImgPlace1" presStyleIdx="2" presStyleCnt="3"/>
      <dgm:spPr>
        <a:blipFill rotWithShape="1">
          <a:blip xmlns:r="http://schemas.openxmlformats.org/officeDocument/2006/relationships" r:embed="rId3"/>
          <a:stretch>
            <a:fillRect/>
          </a:stretch>
        </a:blipFill>
      </dgm:spPr>
      <dgm:t>
        <a:bodyPr/>
        <a:lstStyle/>
        <a:p>
          <a:endParaRPr lang="en-US"/>
        </a:p>
      </dgm:t>
    </dgm:pt>
    <dgm:pt modelId="{88979441-1F32-4D3B-9E2F-040AE49B6660}" type="pres">
      <dgm:prSet presAssocID="{A34F74D0-AFDB-40DC-B0D2-B3ACB07BF35E}" presName="ChildText" presStyleLbl="fgAcc1" presStyleIdx="0" presStyleCnt="0">
        <dgm:presLayoutVars>
          <dgm:chMax val="0"/>
          <dgm:chPref val="0"/>
          <dgm:bulletEnabled val="1"/>
        </dgm:presLayoutVars>
      </dgm:prSet>
      <dgm:spPr/>
      <dgm:t>
        <a:bodyPr/>
        <a:lstStyle/>
        <a:p>
          <a:endParaRPr lang="en-US"/>
        </a:p>
      </dgm:t>
    </dgm:pt>
  </dgm:ptLst>
  <dgm:cxnLst>
    <dgm:cxn modelId="{9D82CBA6-BA46-4FA3-B98E-9186C20C813F}" srcId="{AF22FAA8-460B-405C-B930-41EE5AF013CC}" destId="{400694F6-BA2E-4A24-92BC-866F8D6B381C}" srcOrd="0" destOrd="0" parTransId="{B79B4669-3C28-4CAA-8141-C67918597E56}" sibTransId="{42D93123-AAC0-4E06-9E6E-A3F33E5912BB}"/>
    <dgm:cxn modelId="{8DF91EF2-4563-4B1E-842F-88DA45794F31}" type="presOf" srcId="{AF22FAA8-460B-405C-B930-41EE5AF013CC}" destId="{1A8F7177-D41A-45A1-874F-6F0AF4761EAC}" srcOrd="0" destOrd="0" presId="urn:microsoft.com/office/officeart/2008/layout/TitledPictureBlocks"/>
    <dgm:cxn modelId="{A12CB754-CD05-4492-AE0A-4CAFA7EAC104}" type="presOf" srcId="{23C54FA4-4B6E-43FD-A8E8-0AD878B7668B}" destId="{A6CDE231-E24F-4174-A04C-1EE80253C68D}" srcOrd="0" destOrd="0" presId="urn:microsoft.com/office/officeart/2008/layout/TitledPictureBlocks"/>
    <dgm:cxn modelId="{E838221D-F908-44D1-B7C1-7B49CA8F0C17}" type="presOf" srcId="{A34F74D0-AFDB-40DC-B0D2-B3ACB07BF35E}" destId="{A7538DF1-991A-42EC-9240-57942CA047D6}" srcOrd="0" destOrd="0" presId="urn:microsoft.com/office/officeart/2008/layout/TitledPictureBlocks"/>
    <dgm:cxn modelId="{0246011C-9969-402A-B57B-E4B583875AF6}" type="presOf" srcId="{400694F6-BA2E-4A24-92BC-866F8D6B381C}" destId="{321F0E94-FC9B-45C7-9E9F-6A529ECFF61A}" srcOrd="0" destOrd="0" presId="urn:microsoft.com/office/officeart/2008/layout/TitledPictureBlocks"/>
    <dgm:cxn modelId="{CE60C2D4-90DF-41C1-A6A5-F071004EF86F}" srcId="{AF22FAA8-460B-405C-B930-41EE5AF013CC}" destId="{A34F74D0-AFDB-40DC-B0D2-B3ACB07BF35E}" srcOrd="2" destOrd="0" parTransId="{1715A9E2-D127-4FA1-A6B2-3D21CE29D3C2}" sibTransId="{A575C2BA-2C46-4EA6-8F56-22FE01E422EF}"/>
    <dgm:cxn modelId="{784E8693-907E-4766-AD28-D9D1812D87FA}" srcId="{AF22FAA8-460B-405C-B930-41EE5AF013CC}" destId="{23C54FA4-4B6E-43FD-A8E8-0AD878B7668B}" srcOrd="1" destOrd="0" parTransId="{C03F80B8-EADC-41F9-8701-618D5B059201}" sibTransId="{D939C664-0799-490E-82F9-3CAF44480D3C}"/>
    <dgm:cxn modelId="{BF890AF9-4E32-4DD7-B720-A00472600CD6}" type="presParOf" srcId="{1A8F7177-D41A-45A1-874F-6F0AF4761EAC}" destId="{E57C1814-1B18-4D99-96E7-97DD0C9A5532}" srcOrd="0" destOrd="0" presId="urn:microsoft.com/office/officeart/2008/layout/TitledPictureBlocks"/>
    <dgm:cxn modelId="{34817E53-C696-40E4-89DF-5B1A720FC3E4}" type="presParOf" srcId="{E57C1814-1B18-4D99-96E7-97DD0C9A5532}" destId="{321F0E94-FC9B-45C7-9E9F-6A529ECFF61A}" srcOrd="0" destOrd="0" presId="urn:microsoft.com/office/officeart/2008/layout/TitledPictureBlocks"/>
    <dgm:cxn modelId="{AE5AAEAE-D27E-47A3-AC75-A9D0876E51FC}" type="presParOf" srcId="{E57C1814-1B18-4D99-96E7-97DD0C9A5532}" destId="{E5BCAFF3-E273-4867-B6C8-B6D0EBAA2DBC}" srcOrd="1" destOrd="0" presId="urn:microsoft.com/office/officeart/2008/layout/TitledPictureBlocks"/>
    <dgm:cxn modelId="{0E2DF023-180F-4C22-9138-E1BD46A05C62}" type="presParOf" srcId="{E57C1814-1B18-4D99-96E7-97DD0C9A5532}" destId="{260D63DB-60CF-40E4-A9FE-66239BEDF842}" srcOrd="2" destOrd="0" presId="urn:microsoft.com/office/officeart/2008/layout/TitledPictureBlocks"/>
    <dgm:cxn modelId="{97ABE8BB-2DDA-4A80-8C57-A3E15642684D}" type="presParOf" srcId="{1A8F7177-D41A-45A1-874F-6F0AF4761EAC}" destId="{39055AC4-B45B-495A-A2C4-BF35096FCDEF}" srcOrd="1" destOrd="0" presId="urn:microsoft.com/office/officeart/2008/layout/TitledPictureBlocks"/>
    <dgm:cxn modelId="{9A014B04-F7F6-4BB1-BA5A-FDDFA7424F17}" type="presParOf" srcId="{1A8F7177-D41A-45A1-874F-6F0AF4761EAC}" destId="{BEBBE604-CC59-44F5-86C1-E78866BC85A5}" srcOrd="2" destOrd="0" presId="urn:microsoft.com/office/officeart/2008/layout/TitledPictureBlocks"/>
    <dgm:cxn modelId="{6E02004D-9D4E-435B-AC8D-589863BF4336}" type="presParOf" srcId="{BEBBE604-CC59-44F5-86C1-E78866BC85A5}" destId="{A6CDE231-E24F-4174-A04C-1EE80253C68D}" srcOrd="0" destOrd="0" presId="urn:microsoft.com/office/officeart/2008/layout/TitledPictureBlocks"/>
    <dgm:cxn modelId="{AAE161B3-EB56-4587-B567-486E22CDC8A6}" type="presParOf" srcId="{BEBBE604-CC59-44F5-86C1-E78866BC85A5}" destId="{BD599086-7D5B-4870-9457-8241DA18BF9F}" srcOrd="1" destOrd="0" presId="urn:microsoft.com/office/officeart/2008/layout/TitledPictureBlocks"/>
    <dgm:cxn modelId="{36AC8ABD-92AF-4A50-B823-DEBC8D8BA195}" type="presParOf" srcId="{BEBBE604-CC59-44F5-86C1-E78866BC85A5}" destId="{DCF50FAD-44AF-4F84-949F-2E3E51DE01F1}" srcOrd="2" destOrd="0" presId="urn:microsoft.com/office/officeart/2008/layout/TitledPictureBlocks"/>
    <dgm:cxn modelId="{0C90681D-9236-4FA0-83C3-668435EB623A}" type="presParOf" srcId="{1A8F7177-D41A-45A1-874F-6F0AF4761EAC}" destId="{2133A01F-F606-45BD-B867-E53369871BD8}" srcOrd="3" destOrd="0" presId="urn:microsoft.com/office/officeart/2008/layout/TitledPictureBlocks"/>
    <dgm:cxn modelId="{667E31D1-2244-4F09-9146-41D289446D96}" type="presParOf" srcId="{1A8F7177-D41A-45A1-874F-6F0AF4761EAC}" destId="{20640705-9835-4B69-ACDE-B0BD4342AE6F}" srcOrd="4" destOrd="0" presId="urn:microsoft.com/office/officeart/2008/layout/TitledPictureBlocks"/>
    <dgm:cxn modelId="{C96F1380-99BB-42D7-9D10-4CC7872E44BE}" type="presParOf" srcId="{20640705-9835-4B69-ACDE-B0BD4342AE6F}" destId="{A7538DF1-991A-42EC-9240-57942CA047D6}" srcOrd="0" destOrd="0" presId="urn:microsoft.com/office/officeart/2008/layout/TitledPictureBlocks"/>
    <dgm:cxn modelId="{418B8B7B-7FEE-4D37-BED8-4542A8FFE6E1}" type="presParOf" srcId="{20640705-9835-4B69-ACDE-B0BD4342AE6F}" destId="{4FB14659-D3B2-415D-9445-B10C7DFAB5E6}" srcOrd="1" destOrd="0" presId="urn:microsoft.com/office/officeart/2008/layout/TitledPictureBlocks"/>
    <dgm:cxn modelId="{5993D188-24B9-412C-9280-A819E0210894}" type="presParOf" srcId="{20640705-9835-4B69-ACDE-B0BD4342AE6F}" destId="{88979441-1F32-4D3B-9E2F-040AE49B6660}" srcOrd="2" destOrd="0" presId="urn:microsoft.com/office/officeart/2008/layout/TitledPictureBlock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F22FAA8-460B-405C-B930-41EE5AF013CC}" type="doc">
      <dgm:prSet loTypeId="urn:microsoft.com/office/officeart/2008/layout/TitledPictureBlocks" loCatId="picture" qsTypeId="urn:microsoft.com/office/officeart/2005/8/quickstyle/simple3" qsCatId="simple" csTypeId="urn:microsoft.com/office/officeart/2005/8/colors/accent1_2" csCatId="accent1" phldr="1"/>
      <dgm:spPr/>
      <dgm:t>
        <a:bodyPr/>
        <a:lstStyle/>
        <a:p>
          <a:endParaRPr lang="en-US"/>
        </a:p>
      </dgm:t>
    </dgm:pt>
    <dgm:pt modelId="{400694F6-BA2E-4A24-92BC-866F8D6B381C}">
      <dgm:prSet phldrT="[Text]"/>
      <dgm:spPr/>
      <dgm:t>
        <a:bodyPr/>
        <a:lstStyle/>
        <a:p>
          <a:r>
            <a:rPr lang="en-US" smtClean="0"/>
            <a:t> Perception of Events</a:t>
          </a:r>
          <a:endParaRPr lang="en-US" dirty="0"/>
        </a:p>
      </dgm:t>
    </dgm:pt>
    <dgm:pt modelId="{B79B4669-3C28-4CAA-8141-C67918597E56}" type="parTrans" cxnId="{9D82CBA6-BA46-4FA3-B98E-9186C20C813F}">
      <dgm:prSet/>
      <dgm:spPr/>
      <dgm:t>
        <a:bodyPr/>
        <a:lstStyle/>
        <a:p>
          <a:endParaRPr lang="en-US"/>
        </a:p>
      </dgm:t>
    </dgm:pt>
    <dgm:pt modelId="{42D93123-AAC0-4E06-9E6E-A3F33E5912BB}" type="sibTrans" cxnId="{9D82CBA6-BA46-4FA3-B98E-9186C20C813F}">
      <dgm:prSet/>
      <dgm:spPr/>
      <dgm:t>
        <a:bodyPr/>
        <a:lstStyle/>
        <a:p>
          <a:endParaRPr lang="en-US"/>
        </a:p>
      </dgm:t>
    </dgm:pt>
    <dgm:pt modelId="{2A81F43C-A9F2-41C1-8C33-2176383ACE02}">
      <dgm:prSet phldrT="[Text]"/>
      <dgm:spPr/>
      <dgm:t>
        <a:bodyPr/>
        <a:lstStyle/>
        <a:p>
          <a:r>
            <a:rPr lang="en-US" smtClean="0"/>
            <a:t>Decision Making</a:t>
          </a:r>
          <a:endParaRPr lang="en-US" dirty="0"/>
        </a:p>
      </dgm:t>
    </dgm:pt>
    <dgm:pt modelId="{041FBFFA-5D76-424B-BA2A-5B1E4F07F4BE}" type="parTrans" cxnId="{EBF28F5A-25AD-4D19-A7FD-04AC5C9D1C5E}">
      <dgm:prSet/>
      <dgm:spPr/>
      <dgm:t>
        <a:bodyPr/>
        <a:lstStyle/>
        <a:p>
          <a:endParaRPr lang="en-US"/>
        </a:p>
      </dgm:t>
    </dgm:pt>
    <dgm:pt modelId="{ED911517-BABE-46A1-AF84-F0161F2D2C67}" type="sibTrans" cxnId="{EBF28F5A-25AD-4D19-A7FD-04AC5C9D1C5E}">
      <dgm:prSet/>
      <dgm:spPr/>
      <dgm:t>
        <a:bodyPr/>
        <a:lstStyle/>
        <a:p>
          <a:endParaRPr lang="en-US"/>
        </a:p>
      </dgm:t>
    </dgm:pt>
    <dgm:pt modelId="{38206A74-1C8D-4E61-953C-7D9F409D001B}" type="pres">
      <dgm:prSet presAssocID="{AF22FAA8-460B-405C-B930-41EE5AF013CC}" presName="rootNode" presStyleCnt="0">
        <dgm:presLayoutVars>
          <dgm:chMax/>
          <dgm:chPref/>
          <dgm:dir/>
          <dgm:animLvl val="lvl"/>
        </dgm:presLayoutVars>
      </dgm:prSet>
      <dgm:spPr/>
      <dgm:t>
        <a:bodyPr/>
        <a:lstStyle/>
        <a:p>
          <a:endParaRPr lang="en-US"/>
        </a:p>
      </dgm:t>
    </dgm:pt>
    <dgm:pt modelId="{E4D08213-0AD4-4187-8C82-EB0BF43170DF}" type="pres">
      <dgm:prSet presAssocID="{400694F6-BA2E-4A24-92BC-866F8D6B381C}" presName="composite" presStyleCnt="0"/>
      <dgm:spPr/>
      <dgm:t>
        <a:bodyPr/>
        <a:lstStyle/>
        <a:p>
          <a:endParaRPr lang="en-US"/>
        </a:p>
      </dgm:t>
    </dgm:pt>
    <dgm:pt modelId="{EC8D5DE8-BF55-4DDF-9FD7-93D671A22DC0}" type="pres">
      <dgm:prSet presAssocID="{400694F6-BA2E-4A24-92BC-866F8D6B381C}" presName="ParentText" presStyleLbl="node1" presStyleIdx="0" presStyleCnt="2">
        <dgm:presLayoutVars>
          <dgm:chMax val="1"/>
          <dgm:chPref val="1"/>
          <dgm:bulletEnabled val="1"/>
        </dgm:presLayoutVars>
      </dgm:prSet>
      <dgm:spPr/>
      <dgm:t>
        <a:bodyPr/>
        <a:lstStyle/>
        <a:p>
          <a:endParaRPr lang="en-US"/>
        </a:p>
      </dgm:t>
    </dgm:pt>
    <dgm:pt modelId="{048D77CE-2DA1-4074-B1AA-6B146085AAF9}" type="pres">
      <dgm:prSet presAssocID="{400694F6-BA2E-4A24-92BC-866F8D6B381C}" presName="Image" presStyleLbl="bgImgPlace1" presStyleIdx="0" presStyleCnt="2"/>
      <dgm:spPr>
        <a:blipFill rotWithShape="1">
          <a:blip xmlns:r="http://schemas.openxmlformats.org/officeDocument/2006/relationships" r:embed="rId1"/>
          <a:stretch>
            <a:fillRect/>
          </a:stretch>
        </a:blipFill>
      </dgm:spPr>
      <dgm:t>
        <a:bodyPr/>
        <a:lstStyle/>
        <a:p>
          <a:endParaRPr lang="en-US"/>
        </a:p>
      </dgm:t>
    </dgm:pt>
    <dgm:pt modelId="{4BB2A016-EAC3-4FD5-8D7C-9EFC09726838}" type="pres">
      <dgm:prSet presAssocID="{400694F6-BA2E-4A24-92BC-866F8D6B381C}" presName="ChildText" presStyleLbl="fgAcc1" presStyleIdx="0" presStyleCnt="0">
        <dgm:presLayoutVars>
          <dgm:chMax val="0"/>
          <dgm:chPref val="0"/>
          <dgm:bulletEnabled val="1"/>
        </dgm:presLayoutVars>
      </dgm:prSet>
      <dgm:spPr/>
      <dgm:t>
        <a:bodyPr/>
        <a:lstStyle/>
        <a:p>
          <a:endParaRPr lang="en-US"/>
        </a:p>
      </dgm:t>
    </dgm:pt>
    <dgm:pt modelId="{83DC43BF-F3AC-4AE1-B14F-D2A3BBA439E1}" type="pres">
      <dgm:prSet presAssocID="{42D93123-AAC0-4E06-9E6E-A3F33E5912BB}" presName="sibTrans" presStyleCnt="0"/>
      <dgm:spPr/>
      <dgm:t>
        <a:bodyPr/>
        <a:lstStyle/>
        <a:p>
          <a:endParaRPr lang="en-US"/>
        </a:p>
      </dgm:t>
    </dgm:pt>
    <dgm:pt modelId="{174C12E1-7BA3-4F6D-A208-0D4BE46D5565}" type="pres">
      <dgm:prSet presAssocID="{2A81F43C-A9F2-41C1-8C33-2176383ACE02}" presName="composite" presStyleCnt="0"/>
      <dgm:spPr/>
      <dgm:t>
        <a:bodyPr/>
        <a:lstStyle/>
        <a:p>
          <a:endParaRPr lang="en-US"/>
        </a:p>
      </dgm:t>
    </dgm:pt>
    <dgm:pt modelId="{F5538B50-6021-4DA7-80E5-F2975B78F7B0}" type="pres">
      <dgm:prSet presAssocID="{2A81F43C-A9F2-41C1-8C33-2176383ACE02}" presName="ParentText" presStyleLbl="node1" presStyleIdx="1" presStyleCnt="2">
        <dgm:presLayoutVars>
          <dgm:chMax val="1"/>
          <dgm:chPref val="1"/>
          <dgm:bulletEnabled val="1"/>
        </dgm:presLayoutVars>
      </dgm:prSet>
      <dgm:spPr/>
      <dgm:t>
        <a:bodyPr/>
        <a:lstStyle/>
        <a:p>
          <a:endParaRPr lang="en-US"/>
        </a:p>
      </dgm:t>
    </dgm:pt>
    <dgm:pt modelId="{5E7B9178-87DB-4D82-AC56-52999E27CDCC}" type="pres">
      <dgm:prSet presAssocID="{2A81F43C-A9F2-41C1-8C33-2176383ACE02}" presName="Image" presStyleLbl="bgImgPlace1" presStyleIdx="1" presStyleCnt="2"/>
      <dgm:spPr>
        <a:blipFill rotWithShape="1">
          <a:blip xmlns:r="http://schemas.openxmlformats.org/officeDocument/2006/relationships" r:embed="rId2"/>
          <a:stretch>
            <a:fillRect/>
          </a:stretch>
        </a:blipFill>
      </dgm:spPr>
      <dgm:t>
        <a:bodyPr/>
        <a:lstStyle/>
        <a:p>
          <a:endParaRPr lang="en-US"/>
        </a:p>
      </dgm:t>
    </dgm:pt>
    <dgm:pt modelId="{928795C3-1C66-413F-8D33-DBD30C6605EA}" type="pres">
      <dgm:prSet presAssocID="{2A81F43C-A9F2-41C1-8C33-2176383ACE02}" presName="ChildText" presStyleLbl="fgAcc1" presStyleIdx="0" presStyleCnt="0">
        <dgm:presLayoutVars>
          <dgm:chMax val="0"/>
          <dgm:chPref val="0"/>
          <dgm:bulletEnabled val="1"/>
        </dgm:presLayoutVars>
      </dgm:prSet>
      <dgm:spPr/>
      <dgm:t>
        <a:bodyPr/>
        <a:lstStyle/>
        <a:p>
          <a:endParaRPr lang="en-US"/>
        </a:p>
      </dgm:t>
    </dgm:pt>
  </dgm:ptLst>
  <dgm:cxnLst>
    <dgm:cxn modelId="{9D82CBA6-BA46-4FA3-B98E-9186C20C813F}" srcId="{AF22FAA8-460B-405C-B930-41EE5AF013CC}" destId="{400694F6-BA2E-4A24-92BC-866F8D6B381C}" srcOrd="0" destOrd="0" parTransId="{B79B4669-3C28-4CAA-8141-C67918597E56}" sibTransId="{42D93123-AAC0-4E06-9E6E-A3F33E5912BB}"/>
    <dgm:cxn modelId="{EBF28F5A-25AD-4D19-A7FD-04AC5C9D1C5E}" srcId="{AF22FAA8-460B-405C-B930-41EE5AF013CC}" destId="{2A81F43C-A9F2-41C1-8C33-2176383ACE02}" srcOrd="1" destOrd="0" parTransId="{041FBFFA-5D76-424B-BA2A-5B1E4F07F4BE}" sibTransId="{ED911517-BABE-46A1-AF84-F0161F2D2C67}"/>
    <dgm:cxn modelId="{185FAD4C-899F-4A98-B862-B82326D045C0}" type="presOf" srcId="{2A81F43C-A9F2-41C1-8C33-2176383ACE02}" destId="{F5538B50-6021-4DA7-80E5-F2975B78F7B0}" srcOrd="0" destOrd="0" presId="urn:microsoft.com/office/officeart/2008/layout/TitledPictureBlocks"/>
    <dgm:cxn modelId="{4BD875BF-6EC0-44A2-96B4-90F51DE5009F}" type="presOf" srcId="{400694F6-BA2E-4A24-92BC-866F8D6B381C}" destId="{EC8D5DE8-BF55-4DDF-9FD7-93D671A22DC0}" srcOrd="0" destOrd="0" presId="urn:microsoft.com/office/officeart/2008/layout/TitledPictureBlocks"/>
    <dgm:cxn modelId="{4876E4C3-DB9C-49DC-A8EE-9002413D9F4E}" type="presOf" srcId="{AF22FAA8-460B-405C-B930-41EE5AF013CC}" destId="{38206A74-1C8D-4E61-953C-7D9F409D001B}" srcOrd="0" destOrd="0" presId="urn:microsoft.com/office/officeart/2008/layout/TitledPictureBlocks"/>
    <dgm:cxn modelId="{D2A752F7-0E4C-4D8B-9AF8-94603D7891E0}" type="presParOf" srcId="{38206A74-1C8D-4E61-953C-7D9F409D001B}" destId="{E4D08213-0AD4-4187-8C82-EB0BF43170DF}" srcOrd="0" destOrd="0" presId="urn:microsoft.com/office/officeart/2008/layout/TitledPictureBlocks"/>
    <dgm:cxn modelId="{F1276863-934F-458F-A1AE-7268F156E5C1}" type="presParOf" srcId="{E4D08213-0AD4-4187-8C82-EB0BF43170DF}" destId="{EC8D5DE8-BF55-4DDF-9FD7-93D671A22DC0}" srcOrd="0" destOrd="0" presId="urn:microsoft.com/office/officeart/2008/layout/TitledPictureBlocks"/>
    <dgm:cxn modelId="{0CF790BA-6305-4545-BC0C-EF412EA1D1C2}" type="presParOf" srcId="{E4D08213-0AD4-4187-8C82-EB0BF43170DF}" destId="{048D77CE-2DA1-4074-B1AA-6B146085AAF9}" srcOrd="1" destOrd="0" presId="urn:microsoft.com/office/officeart/2008/layout/TitledPictureBlocks"/>
    <dgm:cxn modelId="{6EA9B3B4-801E-49A7-814B-C619CA22FAB0}" type="presParOf" srcId="{E4D08213-0AD4-4187-8C82-EB0BF43170DF}" destId="{4BB2A016-EAC3-4FD5-8D7C-9EFC09726838}" srcOrd="2" destOrd="0" presId="urn:microsoft.com/office/officeart/2008/layout/TitledPictureBlocks"/>
    <dgm:cxn modelId="{C99F57CC-5056-4916-BA30-62D8E097E76D}" type="presParOf" srcId="{38206A74-1C8D-4E61-953C-7D9F409D001B}" destId="{83DC43BF-F3AC-4AE1-B14F-D2A3BBA439E1}" srcOrd="1" destOrd="0" presId="urn:microsoft.com/office/officeart/2008/layout/TitledPictureBlocks"/>
    <dgm:cxn modelId="{33C68B33-E557-46D5-918E-3D7AE6212A97}" type="presParOf" srcId="{38206A74-1C8D-4E61-953C-7D9F409D001B}" destId="{174C12E1-7BA3-4F6D-A208-0D4BE46D5565}" srcOrd="2" destOrd="0" presId="urn:microsoft.com/office/officeart/2008/layout/TitledPictureBlocks"/>
    <dgm:cxn modelId="{8EC3081F-0996-403C-A0F3-187C96C347D2}" type="presParOf" srcId="{174C12E1-7BA3-4F6D-A208-0D4BE46D5565}" destId="{F5538B50-6021-4DA7-80E5-F2975B78F7B0}" srcOrd="0" destOrd="0" presId="urn:microsoft.com/office/officeart/2008/layout/TitledPictureBlocks"/>
    <dgm:cxn modelId="{90929930-2EAD-43E9-B43F-69E6A6A70B8A}" type="presParOf" srcId="{174C12E1-7BA3-4F6D-A208-0D4BE46D5565}" destId="{5E7B9178-87DB-4D82-AC56-52999E27CDCC}" srcOrd="1" destOrd="0" presId="urn:microsoft.com/office/officeart/2008/layout/TitledPictureBlocks"/>
    <dgm:cxn modelId="{D4E3BF39-BE38-4BEF-836D-F0F2B770AB15}" type="presParOf" srcId="{174C12E1-7BA3-4F6D-A208-0D4BE46D5565}" destId="{928795C3-1C66-413F-8D33-DBD30C6605EA}" srcOrd="2" destOrd="0" presId="urn:microsoft.com/office/officeart/2008/layout/TitledPictureBlock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FC2DE45-E82C-4FBE-B1CB-AD1EBD604E7B}" type="doc">
      <dgm:prSet loTypeId="urn:microsoft.com/office/officeart/2005/8/layout/pList1" loCatId="picture" qsTypeId="urn:microsoft.com/office/officeart/2005/8/quickstyle/simple5" qsCatId="simple" csTypeId="urn:microsoft.com/office/officeart/2005/8/colors/accent1_2" csCatId="accent1" phldr="1"/>
      <dgm:spPr/>
    </dgm:pt>
    <dgm:pt modelId="{497685D8-6D1F-427B-BABB-2447002CB6C2}">
      <dgm:prSet phldrT="[Text]"/>
      <dgm:spPr/>
      <dgm:t>
        <a:bodyPr/>
        <a:lstStyle/>
        <a:p>
          <a:r>
            <a:rPr lang="en-US" b="1" dirty="0" smtClean="0"/>
            <a:t>Increase Motion Stability Under Disturbances</a:t>
          </a:r>
          <a:endParaRPr lang="en-US" b="1" dirty="0"/>
        </a:p>
      </dgm:t>
    </dgm:pt>
    <dgm:pt modelId="{17E4AD56-C8B8-4B05-B9FD-A7099E1A06A5}" type="parTrans" cxnId="{B618654D-A02F-4956-8DD1-9D8C98269511}">
      <dgm:prSet/>
      <dgm:spPr/>
      <dgm:t>
        <a:bodyPr/>
        <a:lstStyle/>
        <a:p>
          <a:endParaRPr lang="en-US"/>
        </a:p>
      </dgm:t>
    </dgm:pt>
    <dgm:pt modelId="{D5D37B3B-2312-4DC2-B92A-0916221D7F59}" type="sibTrans" cxnId="{B618654D-A02F-4956-8DD1-9D8C98269511}">
      <dgm:prSet/>
      <dgm:spPr/>
      <dgm:t>
        <a:bodyPr/>
        <a:lstStyle/>
        <a:p>
          <a:endParaRPr lang="en-US"/>
        </a:p>
      </dgm:t>
    </dgm:pt>
    <dgm:pt modelId="{7A1F359C-9825-4932-B6FB-B91B6C84121F}">
      <dgm:prSet phldrT="[Text]" custT="1"/>
      <dgm:spPr/>
      <dgm:t>
        <a:bodyPr/>
        <a:lstStyle/>
        <a:p>
          <a:r>
            <a:rPr lang="en-US" sz="1800" b="1" dirty="0" smtClean="0"/>
            <a:t>Enhance Perception of Events with and without sensors</a:t>
          </a:r>
          <a:endParaRPr lang="en-US" sz="1800" b="1" dirty="0"/>
        </a:p>
      </dgm:t>
    </dgm:pt>
    <dgm:pt modelId="{CB486773-2312-497D-9492-DF041A05005F}" type="parTrans" cxnId="{1B87B710-C196-4277-AE9E-AC2C2F1CF5A9}">
      <dgm:prSet/>
      <dgm:spPr/>
      <dgm:t>
        <a:bodyPr/>
        <a:lstStyle/>
        <a:p>
          <a:endParaRPr lang="en-US"/>
        </a:p>
      </dgm:t>
    </dgm:pt>
    <dgm:pt modelId="{29129768-A881-40CA-A08E-05D7287D3CE3}" type="sibTrans" cxnId="{1B87B710-C196-4277-AE9E-AC2C2F1CF5A9}">
      <dgm:prSet/>
      <dgm:spPr/>
      <dgm:t>
        <a:bodyPr/>
        <a:lstStyle/>
        <a:p>
          <a:endParaRPr lang="en-US"/>
        </a:p>
      </dgm:t>
    </dgm:pt>
    <dgm:pt modelId="{CAAC874F-846D-47E0-B8EA-B1EAEB48E10D}">
      <dgm:prSet phldrT="[Text]"/>
      <dgm:spPr/>
      <dgm:t>
        <a:bodyPr/>
        <a:lstStyle/>
        <a:p>
          <a:r>
            <a:rPr lang="en-US" b="1" dirty="0" smtClean="0"/>
            <a:t>Taking the best Decision</a:t>
          </a:r>
          <a:endParaRPr lang="en-US" b="1" dirty="0"/>
        </a:p>
      </dgm:t>
    </dgm:pt>
    <dgm:pt modelId="{778200AA-A472-4E05-B581-7423989596EA}" type="parTrans" cxnId="{5B896BFF-C726-4386-B9AB-33F99DFB0402}">
      <dgm:prSet/>
      <dgm:spPr/>
      <dgm:t>
        <a:bodyPr/>
        <a:lstStyle/>
        <a:p>
          <a:endParaRPr lang="en-US"/>
        </a:p>
      </dgm:t>
    </dgm:pt>
    <dgm:pt modelId="{4BA98824-0C70-4304-A8AB-451D5214C7A1}" type="sibTrans" cxnId="{5B896BFF-C726-4386-B9AB-33F99DFB0402}">
      <dgm:prSet/>
      <dgm:spPr/>
      <dgm:t>
        <a:bodyPr/>
        <a:lstStyle/>
        <a:p>
          <a:endParaRPr lang="en-US"/>
        </a:p>
      </dgm:t>
    </dgm:pt>
    <dgm:pt modelId="{389AEAAB-5D53-448E-BAE0-2354E4D6E0A3}" type="pres">
      <dgm:prSet presAssocID="{0FC2DE45-E82C-4FBE-B1CB-AD1EBD604E7B}" presName="Name0" presStyleCnt="0">
        <dgm:presLayoutVars>
          <dgm:dir/>
          <dgm:resizeHandles val="exact"/>
        </dgm:presLayoutVars>
      </dgm:prSet>
      <dgm:spPr/>
    </dgm:pt>
    <dgm:pt modelId="{0F0760D3-1617-49EA-BBBC-F6924F976BC5}" type="pres">
      <dgm:prSet presAssocID="{497685D8-6D1F-427B-BABB-2447002CB6C2}" presName="compNode" presStyleCnt="0"/>
      <dgm:spPr/>
    </dgm:pt>
    <dgm:pt modelId="{05C07283-54DF-4790-BED3-5C93C8975D6A}" type="pres">
      <dgm:prSet presAssocID="{497685D8-6D1F-427B-BABB-2447002CB6C2}" presName="pictRect" presStyleLbl="node1" presStyleIdx="0" presStyleCnt="3"/>
      <dgm:spPr>
        <a:blipFill dpi="0" rotWithShape="1">
          <a:blip xmlns:r="http://schemas.openxmlformats.org/officeDocument/2006/relationships" r:embed="rId1">
            <a:duotone>
              <a:schemeClr val="accent1">
                <a:shade val="45000"/>
                <a:satMod val="135000"/>
              </a:schemeClr>
              <a:prstClr val="white"/>
            </a:duotone>
          </a:blip>
          <a:srcRect/>
          <a:stretch>
            <a:fillRect l="-8573" t="1251" r="-116210" b="-1528"/>
          </a:stretch>
        </a:blipFill>
      </dgm:spPr>
    </dgm:pt>
    <dgm:pt modelId="{4975F7DD-CC10-4BAF-A03C-235BA1BCE027}" type="pres">
      <dgm:prSet presAssocID="{497685D8-6D1F-427B-BABB-2447002CB6C2}" presName="textRect" presStyleLbl="revTx" presStyleIdx="0" presStyleCnt="3">
        <dgm:presLayoutVars>
          <dgm:bulletEnabled val="1"/>
        </dgm:presLayoutVars>
      </dgm:prSet>
      <dgm:spPr/>
      <dgm:t>
        <a:bodyPr/>
        <a:lstStyle/>
        <a:p>
          <a:endParaRPr lang="en-US"/>
        </a:p>
      </dgm:t>
    </dgm:pt>
    <dgm:pt modelId="{90BD41C7-35DA-4CCE-B620-00F41B6CC437}" type="pres">
      <dgm:prSet presAssocID="{D5D37B3B-2312-4DC2-B92A-0916221D7F59}" presName="sibTrans" presStyleLbl="sibTrans2D1" presStyleIdx="0" presStyleCnt="0"/>
      <dgm:spPr/>
      <dgm:t>
        <a:bodyPr/>
        <a:lstStyle/>
        <a:p>
          <a:endParaRPr lang="en-US"/>
        </a:p>
      </dgm:t>
    </dgm:pt>
    <dgm:pt modelId="{883FC968-9876-4E63-94B4-71E0BEA94318}" type="pres">
      <dgm:prSet presAssocID="{7A1F359C-9825-4932-B6FB-B91B6C84121F}" presName="compNode" presStyleCnt="0"/>
      <dgm:spPr/>
    </dgm:pt>
    <dgm:pt modelId="{4B733CB5-65BC-464B-B009-699ED871A0BB}" type="pres">
      <dgm:prSet presAssocID="{7A1F359C-9825-4932-B6FB-B91B6C84121F}" presName="pictRect" presStyleLbl="node1" presStyleIdx="1" presStyleCnt="3"/>
      <dgm:spPr>
        <a:blipFill rotWithShape="1">
          <a:blip xmlns:r="http://schemas.openxmlformats.org/officeDocument/2006/relationships" r:embed="rId2">
            <a:duotone>
              <a:schemeClr val="accent1">
                <a:shade val="45000"/>
                <a:satMod val="135000"/>
              </a:schemeClr>
              <a:prstClr val="white"/>
            </a:duotone>
          </a:blip>
          <a:stretch>
            <a:fillRect/>
          </a:stretch>
        </a:blipFill>
      </dgm:spPr>
    </dgm:pt>
    <dgm:pt modelId="{2B04EDCB-5A7B-4A1D-BAEF-9E601EA93DA8}" type="pres">
      <dgm:prSet presAssocID="{7A1F359C-9825-4932-B6FB-B91B6C84121F}" presName="textRect" presStyleLbl="revTx" presStyleIdx="1" presStyleCnt="3">
        <dgm:presLayoutVars>
          <dgm:bulletEnabled val="1"/>
        </dgm:presLayoutVars>
      </dgm:prSet>
      <dgm:spPr/>
      <dgm:t>
        <a:bodyPr/>
        <a:lstStyle/>
        <a:p>
          <a:endParaRPr lang="en-US"/>
        </a:p>
      </dgm:t>
    </dgm:pt>
    <dgm:pt modelId="{9BEF5DE6-65C7-4996-98CC-5E0371044E2B}" type="pres">
      <dgm:prSet presAssocID="{29129768-A881-40CA-A08E-05D7287D3CE3}" presName="sibTrans" presStyleLbl="sibTrans2D1" presStyleIdx="0" presStyleCnt="0"/>
      <dgm:spPr/>
      <dgm:t>
        <a:bodyPr/>
        <a:lstStyle/>
        <a:p>
          <a:endParaRPr lang="en-US"/>
        </a:p>
      </dgm:t>
    </dgm:pt>
    <dgm:pt modelId="{410004B2-DDED-41B0-9F77-5817B68C90A2}" type="pres">
      <dgm:prSet presAssocID="{CAAC874F-846D-47E0-B8EA-B1EAEB48E10D}" presName="compNode" presStyleCnt="0"/>
      <dgm:spPr/>
    </dgm:pt>
    <dgm:pt modelId="{46E8EABD-D9EE-4F9F-ACFD-6FF48DBA5F46}" type="pres">
      <dgm:prSet presAssocID="{CAAC874F-846D-47E0-B8EA-B1EAEB48E10D}" presName="pictRect" presStyleLbl="node1" presStyleIdx="2" presStyleCnt="3"/>
      <dgm:spPr>
        <a:blipFill rotWithShape="1">
          <a:blip xmlns:r="http://schemas.openxmlformats.org/officeDocument/2006/relationships" r:embed="rId3">
            <a:duotone>
              <a:schemeClr val="accent1">
                <a:shade val="45000"/>
                <a:satMod val="135000"/>
              </a:schemeClr>
              <a:prstClr val="white"/>
            </a:duotone>
          </a:blip>
          <a:stretch>
            <a:fillRect/>
          </a:stretch>
        </a:blipFill>
      </dgm:spPr>
    </dgm:pt>
    <dgm:pt modelId="{51DB55B0-96FF-4039-B28F-28D5E503CB27}" type="pres">
      <dgm:prSet presAssocID="{CAAC874F-846D-47E0-B8EA-B1EAEB48E10D}" presName="textRect" presStyleLbl="revTx" presStyleIdx="2" presStyleCnt="3">
        <dgm:presLayoutVars>
          <dgm:bulletEnabled val="1"/>
        </dgm:presLayoutVars>
      </dgm:prSet>
      <dgm:spPr/>
      <dgm:t>
        <a:bodyPr/>
        <a:lstStyle/>
        <a:p>
          <a:endParaRPr lang="en-US"/>
        </a:p>
      </dgm:t>
    </dgm:pt>
  </dgm:ptLst>
  <dgm:cxnLst>
    <dgm:cxn modelId="{382CD5D0-A588-44B4-AC65-266FABEA3764}" type="presOf" srcId="{29129768-A881-40CA-A08E-05D7287D3CE3}" destId="{9BEF5DE6-65C7-4996-98CC-5E0371044E2B}" srcOrd="0" destOrd="0" presId="urn:microsoft.com/office/officeart/2005/8/layout/pList1"/>
    <dgm:cxn modelId="{1B87B710-C196-4277-AE9E-AC2C2F1CF5A9}" srcId="{0FC2DE45-E82C-4FBE-B1CB-AD1EBD604E7B}" destId="{7A1F359C-9825-4932-B6FB-B91B6C84121F}" srcOrd="1" destOrd="0" parTransId="{CB486773-2312-497D-9492-DF041A05005F}" sibTransId="{29129768-A881-40CA-A08E-05D7287D3CE3}"/>
    <dgm:cxn modelId="{860330F6-1B99-438E-B18F-3842F44E57FE}" type="presOf" srcId="{D5D37B3B-2312-4DC2-B92A-0916221D7F59}" destId="{90BD41C7-35DA-4CCE-B620-00F41B6CC437}" srcOrd="0" destOrd="0" presId="urn:microsoft.com/office/officeart/2005/8/layout/pList1"/>
    <dgm:cxn modelId="{5B896BFF-C726-4386-B9AB-33F99DFB0402}" srcId="{0FC2DE45-E82C-4FBE-B1CB-AD1EBD604E7B}" destId="{CAAC874F-846D-47E0-B8EA-B1EAEB48E10D}" srcOrd="2" destOrd="0" parTransId="{778200AA-A472-4E05-B581-7423989596EA}" sibTransId="{4BA98824-0C70-4304-A8AB-451D5214C7A1}"/>
    <dgm:cxn modelId="{CB426A4C-6E28-4C4A-B685-A3F4CFC45C89}" type="presOf" srcId="{497685D8-6D1F-427B-BABB-2447002CB6C2}" destId="{4975F7DD-CC10-4BAF-A03C-235BA1BCE027}" srcOrd="0" destOrd="0" presId="urn:microsoft.com/office/officeart/2005/8/layout/pList1"/>
    <dgm:cxn modelId="{9185C8CE-9BC5-4C53-B625-CD88DBF9F6E6}" type="presOf" srcId="{CAAC874F-846D-47E0-B8EA-B1EAEB48E10D}" destId="{51DB55B0-96FF-4039-B28F-28D5E503CB27}" srcOrd="0" destOrd="0" presId="urn:microsoft.com/office/officeart/2005/8/layout/pList1"/>
    <dgm:cxn modelId="{B618654D-A02F-4956-8DD1-9D8C98269511}" srcId="{0FC2DE45-E82C-4FBE-B1CB-AD1EBD604E7B}" destId="{497685D8-6D1F-427B-BABB-2447002CB6C2}" srcOrd="0" destOrd="0" parTransId="{17E4AD56-C8B8-4B05-B9FD-A7099E1A06A5}" sibTransId="{D5D37B3B-2312-4DC2-B92A-0916221D7F59}"/>
    <dgm:cxn modelId="{C969F162-5317-4FA5-8510-FB4C4286F4EB}" type="presOf" srcId="{7A1F359C-9825-4932-B6FB-B91B6C84121F}" destId="{2B04EDCB-5A7B-4A1D-BAEF-9E601EA93DA8}" srcOrd="0" destOrd="0" presId="urn:microsoft.com/office/officeart/2005/8/layout/pList1"/>
    <dgm:cxn modelId="{7B05013A-682B-44F7-99DA-0BE492B74EEC}" type="presOf" srcId="{0FC2DE45-E82C-4FBE-B1CB-AD1EBD604E7B}" destId="{389AEAAB-5D53-448E-BAE0-2354E4D6E0A3}" srcOrd="0" destOrd="0" presId="urn:microsoft.com/office/officeart/2005/8/layout/pList1"/>
    <dgm:cxn modelId="{92EBEC39-0B33-436B-A576-AAFA1530501A}" type="presParOf" srcId="{389AEAAB-5D53-448E-BAE0-2354E4D6E0A3}" destId="{0F0760D3-1617-49EA-BBBC-F6924F976BC5}" srcOrd="0" destOrd="0" presId="urn:microsoft.com/office/officeart/2005/8/layout/pList1"/>
    <dgm:cxn modelId="{6AAAECF5-256B-4273-B40D-A8E10428E724}" type="presParOf" srcId="{0F0760D3-1617-49EA-BBBC-F6924F976BC5}" destId="{05C07283-54DF-4790-BED3-5C93C8975D6A}" srcOrd="0" destOrd="0" presId="urn:microsoft.com/office/officeart/2005/8/layout/pList1"/>
    <dgm:cxn modelId="{87468F95-FF0E-4AE9-97C7-75521DA3D608}" type="presParOf" srcId="{0F0760D3-1617-49EA-BBBC-F6924F976BC5}" destId="{4975F7DD-CC10-4BAF-A03C-235BA1BCE027}" srcOrd="1" destOrd="0" presId="urn:microsoft.com/office/officeart/2005/8/layout/pList1"/>
    <dgm:cxn modelId="{43B266EC-9DF9-44EE-8843-19FB132131EB}" type="presParOf" srcId="{389AEAAB-5D53-448E-BAE0-2354E4D6E0A3}" destId="{90BD41C7-35DA-4CCE-B620-00F41B6CC437}" srcOrd="1" destOrd="0" presId="urn:microsoft.com/office/officeart/2005/8/layout/pList1"/>
    <dgm:cxn modelId="{C22C3C16-7CAE-40D7-98BB-A9179965F1DE}" type="presParOf" srcId="{389AEAAB-5D53-448E-BAE0-2354E4D6E0A3}" destId="{883FC968-9876-4E63-94B4-71E0BEA94318}" srcOrd="2" destOrd="0" presId="urn:microsoft.com/office/officeart/2005/8/layout/pList1"/>
    <dgm:cxn modelId="{9473AD9A-DD52-4BB1-8421-9166F19CF087}" type="presParOf" srcId="{883FC968-9876-4E63-94B4-71E0BEA94318}" destId="{4B733CB5-65BC-464B-B009-699ED871A0BB}" srcOrd="0" destOrd="0" presId="urn:microsoft.com/office/officeart/2005/8/layout/pList1"/>
    <dgm:cxn modelId="{3230BDDF-C0CF-4406-BB6B-0C2D0141F7CB}" type="presParOf" srcId="{883FC968-9876-4E63-94B4-71E0BEA94318}" destId="{2B04EDCB-5A7B-4A1D-BAEF-9E601EA93DA8}" srcOrd="1" destOrd="0" presId="urn:microsoft.com/office/officeart/2005/8/layout/pList1"/>
    <dgm:cxn modelId="{F2AF53C9-1EF2-4DDA-98D3-5901A21C9A7A}" type="presParOf" srcId="{389AEAAB-5D53-448E-BAE0-2354E4D6E0A3}" destId="{9BEF5DE6-65C7-4996-98CC-5E0371044E2B}" srcOrd="3" destOrd="0" presId="urn:microsoft.com/office/officeart/2005/8/layout/pList1"/>
    <dgm:cxn modelId="{43433173-4A2F-4B8C-A86A-1138BDEDEC65}" type="presParOf" srcId="{389AEAAB-5D53-448E-BAE0-2354E4D6E0A3}" destId="{410004B2-DDED-41B0-9F77-5817B68C90A2}" srcOrd="4" destOrd="0" presId="urn:microsoft.com/office/officeart/2005/8/layout/pList1"/>
    <dgm:cxn modelId="{1F7D0B2C-51CB-4B25-A3FB-E0EB6C1EBD0D}" type="presParOf" srcId="{410004B2-DDED-41B0-9F77-5817B68C90A2}" destId="{46E8EABD-D9EE-4F9F-ACFD-6FF48DBA5F46}" srcOrd="0" destOrd="0" presId="urn:microsoft.com/office/officeart/2005/8/layout/pList1"/>
    <dgm:cxn modelId="{A84A53D1-296B-4E6F-B2DB-38BF47E0C54B}" type="presParOf" srcId="{410004B2-DDED-41B0-9F77-5817B68C90A2}" destId="{51DB55B0-96FF-4039-B28F-28D5E503CB27}" srcOrd="1" destOrd="0" presId="urn:microsoft.com/office/officeart/2005/8/layout/p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F22FAA8-460B-405C-B930-41EE5AF013CC}" type="doc">
      <dgm:prSet loTypeId="urn:microsoft.com/office/officeart/2008/layout/LinedList" loCatId="list" qsTypeId="urn:microsoft.com/office/officeart/2005/8/quickstyle/3d1" qsCatId="3D" csTypeId="urn:microsoft.com/office/officeart/2005/8/colors/accent1_2" csCatId="accent1" phldr="1"/>
      <dgm:spPr/>
      <dgm:t>
        <a:bodyPr/>
        <a:lstStyle/>
        <a:p>
          <a:endParaRPr lang="en-US"/>
        </a:p>
      </dgm:t>
    </dgm:pt>
    <dgm:pt modelId="{400694F6-BA2E-4A24-92BC-866F8D6B381C}">
      <dgm:prSet phldrT="[Text]" custT="1"/>
      <dgm:spPr/>
      <dgm:t>
        <a:bodyPr/>
        <a:lstStyle/>
        <a:p>
          <a:r>
            <a:rPr lang="en-US" sz="5400" dirty="0" smtClean="0">
              <a:solidFill>
                <a:schemeClr val="bg1"/>
              </a:solidFill>
            </a:rPr>
            <a:t> </a:t>
          </a:r>
          <a:endParaRPr lang="en-US" sz="5400" dirty="0">
            <a:solidFill>
              <a:schemeClr val="bg1"/>
            </a:solidFill>
          </a:endParaRPr>
        </a:p>
      </dgm:t>
    </dgm:pt>
    <dgm:pt modelId="{B79B4669-3C28-4CAA-8141-C67918597E56}" type="parTrans" cxnId="{9D82CBA6-BA46-4FA3-B98E-9186C20C813F}">
      <dgm:prSet/>
      <dgm:spPr/>
      <dgm:t>
        <a:bodyPr/>
        <a:lstStyle/>
        <a:p>
          <a:endParaRPr lang="en-US"/>
        </a:p>
      </dgm:t>
    </dgm:pt>
    <dgm:pt modelId="{42D93123-AAC0-4E06-9E6E-A3F33E5912BB}" type="sibTrans" cxnId="{9D82CBA6-BA46-4FA3-B98E-9186C20C813F}">
      <dgm:prSet/>
      <dgm:spPr/>
      <dgm:t>
        <a:bodyPr/>
        <a:lstStyle/>
        <a:p>
          <a:endParaRPr lang="en-US"/>
        </a:p>
      </dgm:t>
    </dgm:pt>
    <dgm:pt modelId="{C68C872A-2674-4E12-B7E5-BEE14C763CD6}">
      <dgm:prSet phldrT="[Text]" custT="1"/>
      <dgm:spPr/>
      <dgm:t>
        <a:bodyPr/>
        <a:lstStyle/>
        <a:p>
          <a:r>
            <a:rPr lang="en-US" sz="2800" dirty="0" smtClean="0"/>
            <a:t>Motion Analysis</a:t>
          </a:r>
          <a:endParaRPr lang="en-US" sz="2800" dirty="0"/>
        </a:p>
      </dgm:t>
    </dgm:pt>
    <dgm:pt modelId="{3F0E79DC-9018-4427-83F7-C38C297DDD0D}" type="parTrans" cxnId="{6ADFB1F4-2F9B-437A-BE55-DF0C75BE9210}">
      <dgm:prSet/>
      <dgm:spPr/>
      <dgm:t>
        <a:bodyPr/>
        <a:lstStyle/>
        <a:p>
          <a:endParaRPr lang="en-US"/>
        </a:p>
      </dgm:t>
    </dgm:pt>
    <dgm:pt modelId="{0F2FB32F-E5F8-4961-9FD0-77C42AA04B49}" type="sibTrans" cxnId="{6ADFB1F4-2F9B-437A-BE55-DF0C75BE9210}">
      <dgm:prSet/>
      <dgm:spPr/>
      <dgm:t>
        <a:bodyPr/>
        <a:lstStyle/>
        <a:p>
          <a:endParaRPr lang="en-US"/>
        </a:p>
      </dgm:t>
    </dgm:pt>
    <dgm:pt modelId="{EFD9B4A3-0AA3-4B66-B18E-957DF7C28FB9}">
      <dgm:prSet phldrT="[Text]" custT="1"/>
      <dgm:spPr/>
      <dgm:t>
        <a:bodyPr/>
        <a:lstStyle/>
        <a:p>
          <a:r>
            <a:rPr lang="en-US" sz="2800" dirty="0" smtClean="0"/>
            <a:t>Stability Under Disturbances</a:t>
          </a:r>
          <a:endParaRPr lang="en-US" sz="2800" dirty="0"/>
        </a:p>
      </dgm:t>
    </dgm:pt>
    <dgm:pt modelId="{AC87D0D5-6FF0-4F6A-91C9-D1A9BCD0E606}" type="parTrans" cxnId="{493D4A6C-9BD6-420F-8874-E8F45D327AA9}">
      <dgm:prSet/>
      <dgm:spPr/>
      <dgm:t>
        <a:bodyPr/>
        <a:lstStyle/>
        <a:p>
          <a:endParaRPr lang="en-US"/>
        </a:p>
      </dgm:t>
    </dgm:pt>
    <dgm:pt modelId="{25F2676B-4B30-4A96-A39C-B8AFDE9AAA01}" type="sibTrans" cxnId="{493D4A6C-9BD6-420F-8874-E8F45D327AA9}">
      <dgm:prSet/>
      <dgm:spPr/>
      <dgm:t>
        <a:bodyPr/>
        <a:lstStyle/>
        <a:p>
          <a:endParaRPr lang="en-US"/>
        </a:p>
      </dgm:t>
    </dgm:pt>
    <dgm:pt modelId="{0F65CB1B-62F2-412A-91CF-61B297BBF0A3}">
      <dgm:prSet phldrT="[Text]" custT="1"/>
      <dgm:spPr/>
      <dgm:t>
        <a:bodyPr/>
        <a:lstStyle/>
        <a:p>
          <a:r>
            <a:rPr lang="en-US" sz="2800" dirty="0" smtClean="0"/>
            <a:t>Disturbance Evaluation with Sensors</a:t>
          </a:r>
          <a:endParaRPr lang="en-US" sz="2800" dirty="0"/>
        </a:p>
      </dgm:t>
    </dgm:pt>
    <dgm:pt modelId="{E4004DD3-51E6-4126-A88A-215E5DC3C263}" type="parTrans" cxnId="{A5408A1C-DF5B-4054-B17C-EC2F068A13AB}">
      <dgm:prSet/>
      <dgm:spPr/>
      <dgm:t>
        <a:bodyPr/>
        <a:lstStyle/>
        <a:p>
          <a:endParaRPr lang="en-US"/>
        </a:p>
      </dgm:t>
    </dgm:pt>
    <dgm:pt modelId="{CF5F0D79-4916-47AF-97D4-5CD7D3685E15}" type="sibTrans" cxnId="{A5408A1C-DF5B-4054-B17C-EC2F068A13AB}">
      <dgm:prSet/>
      <dgm:spPr/>
      <dgm:t>
        <a:bodyPr/>
        <a:lstStyle/>
        <a:p>
          <a:endParaRPr lang="en-US"/>
        </a:p>
      </dgm:t>
    </dgm:pt>
    <dgm:pt modelId="{BA42AD5A-1D2A-4CC6-B9D1-C486B62620D9}">
      <dgm:prSet phldrT="[Text]" custT="1"/>
      <dgm:spPr/>
      <dgm:t>
        <a:bodyPr/>
        <a:lstStyle/>
        <a:p>
          <a:r>
            <a:rPr lang="en-US" sz="2800" dirty="0" smtClean="0"/>
            <a:t>Disturbance Evaluation without Sensors</a:t>
          </a:r>
          <a:endParaRPr lang="en-US" sz="2800" dirty="0"/>
        </a:p>
      </dgm:t>
    </dgm:pt>
    <dgm:pt modelId="{2A1028D6-4ADF-40C1-BCCE-B06F628533E0}" type="parTrans" cxnId="{C55844BB-609A-491C-8797-07D0C2C85255}">
      <dgm:prSet/>
      <dgm:spPr/>
      <dgm:t>
        <a:bodyPr/>
        <a:lstStyle/>
        <a:p>
          <a:endParaRPr lang="en-US"/>
        </a:p>
      </dgm:t>
    </dgm:pt>
    <dgm:pt modelId="{C5B69342-ED5B-4F9B-9F39-9803BA936E24}" type="sibTrans" cxnId="{C55844BB-609A-491C-8797-07D0C2C85255}">
      <dgm:prSet/>
      <dgm:spPr/>
      <dgm:t>
        <a:bodyPr/>
        <a:lstStyle/>
        <a:p>
          <a:endParaRPr lang="en-US"/>
        </a:p>
      </dgm:t>
    </dgm:pt>
    <dgm:pt modelId="{82D63B36-1441-45B1-9DFD-39BF00FCF94A}">
      <dgm:prSet phldrT="[Text]" custT="1"/>
      <dgm:spPr/>
      <dgm:t>
        <a:bodyPr/>
        <a:lstStyle/>
        <a:p>
          <a:r>
            <a:rPr lang="en-US" sz="2800" dirty="0" smtClean="0"/>
            <a:t>Stability Control Algorithm</a:t>
          </a:r>
          <a:endParaRPr lang="en-US" sz="2800" dirty="0"/>
        </a:p>
      </dgm:t>
    </dgm:pt>
    <dgm:pt modelId="{56C9F21C-4F66-415F-9D18-F98276256F62}" type="parTrans" cxnId="{C4A8A334-728C-4A9A-89EA-D4EFB1EF945D}">
      <dgm:prSet/>
      <dgm:spPr/>
      <dgm:t>
        <a:bodyPr/>
        <a:lstStyle/>
        <a:p>
          <a:endParaRPr lang="en-US"/>
        </a:p>
      </dgm:t>
    </dgm:pt>
    <dgm:pt modelId="{5741932A-67A7-4D58-9841-9767BA68F869}" type="sibTrans" cxnId="{C4A8A334-728C-4A9A-89EA-D4EFB1EF945D}">
      <dgm:prSet/>
      <dgm:spPr/>
      <dgm:t>
        <a:bodyPr/>
        <a:lstStyle/>
        <a:p>
          <a:endParaRPr lang="en-US"/>
        </a:p>
      </dgm:t>
    </dgm:pt>
    <dgm:pt modelId="{2ACFB17F-E619-467F-8A4F-9189F9F05EAB}">
      <dgm:prSet phldrT="[Text]" custT="1"/>
      <dgm:spPr/>
      <dgm:t>
        <a:bodyPr/>
        <a:lstStyle/>
        <a:p>
          <a:r>
            <a:rPr lang="en-US" sz="2800" dirty="0" smtClean="0"/>
            <a:t>Humanoid Modeling</a:t>
          </a:r>
          <a:endParaRPr lang="en-US" sz="2800" dirty="0"/>
        </a:p>
      </dgm:t>
    </dgm:pt>
    <dgm:pt modelId="{08E8DAB8-8F7B-428F-B083-96E3C613FCA8}" type="parTrans" cxnId="{B198B4DD-292F-4F13-B7E1-F1FC951DCDC8}">
      <dgm:prSet/>
      <dgm:spPr/>
      <dgm:t>
        <a:bodyPr/>
        <a:lstStyle/>
        <a:p>
          <a:endParaRPr lang="en-US"/>
        </a:p>
      </dgm:t>
    </dgm:pt>
    <dgm:pt modelId="{77C72921-6602-4EE8-BA38-8CACA99BBED2}" type="sibTrans" cxnId="{B198B4DD-292F-4F13-B7E1-F1FC951DCDC8}">
      <dgm:prSet/>
      <dgm:spPr/>
      <dgm:t>
        <a:bodyPr/>
        <a:lstStyle/>
        <a:p>
          <a:endParaRPr lang="en-US"/>
        </a:p>
      </dgm:t>
    </dgm:pt>
    <dgm:pt modelId="{E93CA442-A052-49A2-9458-6448B5C4AE30}" type="pres">
      <dgm:prSet presAssocID="{AF22FAA8-460B-405C-B930-41EE5AF013CC}" presName="vert0" presStyleCnt="0">
        <dgm:presLayoutVars>
          <dgm:dir/>
          <dgm:animOne val="branch"/>
          <dgm:animLvl val="lvl"/>
        </dgm:presLayoutVars>
      </dgm:prSet>
      <dgm:spPr/>
      <dgm:t>
        <a:bodyPr/>
        <a:lstStyle/>
        <a:p>
          <a:endParaRPr lang="en-US"/>
        </a:p>
      </dgm:t>
    </dgm:pt>
    <dgm:pt modelId="{4D2AB3B4-5B83-474F-90B3-8DB33CFA3D3F}" type="pres">
      <dgm:prSet presAssocID="{400694F6-BA2E-4A24-92BC-866F8D6B381C}" presName="thickLine" presStyleLbl="alignNode1" presStyleIdx="0" presStyleCnt="1"/>
      <dgm:spPr/>
    </dgm:pt>
    <dgm:pt modelId="{06ED3485-B7AB-4BD9-A4AF-7C8FB2401745}" type="pres">
      <dgm:prSet presAssocID="{400694F6-BA2E-4A24-92BC-866F8D6B381C}" presName="horz1" presStyleCnt="0"/>
      <dgm:spPr/>
    </dgm:pt>
    <dgm:pt modelId="{62528B00-E0FF-4E86-99D3-C4048284ECBD}" type="pres">
      <dgm:prSet presAssocID="{400694F6-BA2E-4A24-92BC-866F8D6B381C}" presName="tx1" presStyleLbl="revTx" presStyleIdx="0" presStyleCnt="7"/>
      <dgm:spPr/>
      <dgm:t>
        <a:bodyPr/>
        <a:lstStyle/>
        <a:p>
          <a:endParaRPr lang="en-US"/>
        </a:p>
      </dgm:t>
    </dgm:pt>
    <dgm:pt modelId="{DC3D2D6D-D4DF-40CA-B074-47608FECA769}" type="pres">
      <dgm:prSet presAssocID="{400694F6-BA2E-4A24-92BC-866F8D6B381C}" presName="vert1" presStyleCnt="0"/>
      <dgm:spPr/>
    </dgm:pt>
    <dgm:pt modelId="{BA16BC44-6D75-423F-BAB5-430672C73279}" type="pres">
      <dgm:prSet presAssocID="{2ACFB17F-E619-467F-8A4F-9189F9F05EAB}" presName="vertSpace2a" presStyleCnt="0"/>
      <dgm:spPr/>
    </dgm:pt>
    <dgm:pt modelId="{EDC9A7C1-A649-4A2E-B6C4-5C8434E9B82A}" type="pres">
      <dgm:prSet presAssocID="{2ACFB17F-E619-467F-8A4F-9189F9F05EAB}" presName="horz2" presStyleCnt="0"/>
      <dgm:spPr/>
    </dgm:pt>
    <dgm:pt modelId="{A59F68CF-5B85-455C-8FA0-E345791211AB}" type="pres">
      <dgm:prSet presAssocID="{2ACFB17F-E619-467F-8A4F-9189F9F05EAB}" presName="horzSpace2" presStyleCnt="0"/>
      <dgm:spPr/>
    </dgm:pt>
    <dgm:pt modelId="{257FCD7A-971F-4679-8AC1-FCE700036DC8}" type="pres">
      <dgm:prSet presAssocID="{2ACFB17F-E619-467F-8A4F-9189F9F05EAB}" presName="tx2" presStyleLbl="revTx" presStyleIdx="1" presStyleCnt="7"/>
      <dgm:spPr/>
      <dgm:t>
        <a:bodyPr/>
        <a:lstStyle/>
        <a:p>
          <a:endParaRPr lang="en-US"/>
        </a:p>
      </dgm:t>
    </dgm:pt>
    <dgm:pt modelId="{3ABCDCB1-0156-4E07-A25B-8832B54FCF63}" type="pres">
      <dgm:prSet presAssocID="{2ACFB17F-E619-467F-8A4F-9189F9F05EAB}" presName="vert2" presStyleCnt="0"/>
      <dgm:spPr/>
    </dgm:pt>
    <dgm:pt modelId="{8D455B00-C8FE-4D03-B81D-F550310EEC26}" type="pres">
      <dgm:prSet presAssocID="{2ACFB17F-E619-467F-8A4F-9189F9F05EAB}" presName="thinLine2b" presStyleLbl="callout" presStyleIdx="0" presStyleCnt="6"/>
      <dgm:spPr/>
    </dgm:pt>
    <dgm:pt modelId="{BE9A95ED-9622-4A23-9C76-280031063C1B}" type="pres">
      <dgm:prSet presAssocID="{2ACFB17F-E619-467F-8A4F-9189F9F05EAB}" presName="vertSpace2b" presStyleCnt="0"/>
      <dgm:spPr/>
    </dgm:pt>
    <dgm:pt modelId="{06D1D77B-A211-4334-9203-6BC884BD398E}" type="pres">
      <dgm:prSet presAssocID="{C68C872A-2674-4E12-B7E5-BEE14C763CD6}" presName="horz2" presStyleCnt="0"/>
      <dgm:spPr/>
    </dgm:pt>
    <dgm:pt modelId="{EB5ED325-F82D-4002-90AB-CC60DB84E98C}" type="pres">
      <dgm:prSet presAssocID="{C68C872A-2674-4E12-B7E5-BEE14C763CD6}" presName="horzSpace2" presStyleCnt="0"/>
      <dgm:spPr/>
    </dgm:pt>
    <dgm:pt modelId="{F6DAA406-97B5-4EDC-92B6-A03596BDE0D8}" type="pres">
      <dgm:prSet presAssocID="{C68C872A-2674-4E12-B7E5-BEE14C763CD6}" presName="tx2" presStyleLbl="revTx" presStyleIdx="2" presStyleCnt="7"/>
      <dgm:spPr/>
      <dgm:t>
        <a:bodyPr/>
        <a:lstStyle/>
        <a:p>
          <a:endParaRPr lang="en-US"/>
        </a:p>
      </dgm:t>
    </dgm:pt>
    <dgm:pt modelId="{3637134B-654C-492D-A319-138CB4041C62}" type="pres">
      <dgm:prSet presAssocID="{C68C872A-2674-4E12-B7E5-BEE14C763CD6}" presName="vert2" presStyleCnt="0"/>
      <dgm:spPr/>
    </dgm:pt>
    <dgm:pt modelId="{60AA0EB0-6090-4509-BB16-6251EC9D28E0}" type="pres">
      <dgm:prSet presAssocID="{C68C872A-2674-4E12-B7E5-BEE14C763CD6}" presName="thinLine2b" presStyleLbl="callout" presStyleIdx="1" presStyleCnt="6"/>
      <dgm:spPr/>
    </dgm:pt>
    <dgm:pt modelId="{8A611F0E-8BBB-4131-B401-EC470701418B}" type="pres">
      <dgm:prSet presAssocID="{C68C872A-2674-4E12-B7E5-BEE14C763CD6}" presName="vertSpace2b" presStyleCnt="0"/>
      <dgm:spPr/>
    </dgm:pt>
    <dgm:pt modelId="{65587D85-135F-4D37-BDFF-79791814B0E0}" type="pres">
      <dgm:prSet presAssocID="{EFD9B4A3-0AA3-4B66-B18E-957DF7C28FB9}" presName="horz2" presStyleCnt="0"/>
      <dgm:spPr/>
    </dgm:pt>
    <dgm:pt modelId="{EBE58FBF-3546-487C-8C20-3233EE46CE61}" type="pres">
      <dgm:prSet presAssocID="{EFD9B4A3-0AA3-4B66-B18E-957DF7C28FB9}" presName="horzSpace2" presStyleCnt="0"/>
      <dgm:spPr/>
    </dgm:pt>
    <dgm:pt modelId="{55533E25-8A54-4155-BC4D-49359C8DCFCA}" type="pres">
      <dgm:prSet presAssocID="{EFD9B4A3-0AA3-4B66-B18E-957DF7C28FB9}" presName="tx2" presStyleLbl="revTx" presStyleIdx="3" presStyleCnt="7"/>
      <dgm:spPr/>
      <dgm:t>
        <a:bodyPr/>
        <a:lstStyle/>
        <a:p>
          <a:endParaRPr lang="en-US"/>
        </a:p>
      </dgm:t>
    </dgm:pt>
    <dgm:pt modelId="{78923FA0-9125-49FE-AA3B-19439DDD8DAA}" type="pres">
      <dgm:prSet presAssocID="{EFD9B4A3-0AA3-4B66-B18E-957DF7C28FB9}" presName="vert2" presStyleCnt="0"/>
      <dgm:spPr/>
    </dgm:pt>
    <dgm:pt modelId="{47EA68F6-6053-42BC-9BD9-CB1E300E8746}" type="pres">
      <dgm:prSet presAssocID="{EFD9B4A3-0AA3-4B66-B18E-957DF7C28FB9}" presName="thinLine2b" presStyleLbl="callout" presStyleIdx="2" presStyleCnt="6"/>
      <dgm:spPr/>
    </dgm:pt>
    <dgm:pt modelId="{82AAB4FE-DAD1-4AB1-90D2-3F8A5D5C4493}" type="pres">
      <dgm:prSet presAssocID="{EFD9B4A3-0AA3-4B66-B18E-957DF7C28FB9}" presName="vertSpace2b" presStyleCnt="0"/>
      <dgm:spPr/>
    </dgm:pt>
    <dgm:pt modelId="{1B77B2E0-9694-44BF-BEE3-5F5E1AA6AB42}" type="pres">
      <dgm:prSet presAssocID="{0F65CB1B-62F2-412A-91CF-61B297BBF0A3}" presName="horz2" presStyleCnt="0"/>
      <dgm:spPr/>
    </dgm:pt>
    <dgm:pt modelId="{02147072-9DD1-4601-814C-11819FE97C8A}" type="pres">
      <dgm:prSet presAssocID="{0F65CB1B-62F2-412A-91CF-61B297BBF0A3}" presName="horzSpace2" presStyleCnt="0"/>
      <dgm:spPr/>
    </dgm:pt>
    <dgm:pt modelId="{535351D7-05DC-42FC-A3F5-CE82352A9A85}" type="pres">
      <dgm:prSet presAssocID="{0F65CB1B-62F2-412A-91CF-61B297BBF0A3}" presName="tx2" presStyleLbl="revTx" presStyleIdx="4" presStyleCnt="7"/>
      <dgm:spPr/>
      <dgm:t>
        <a:bodyPr/>
        <a:lstStyle/>
        <a:p>
          <a:endParaRPr lang="en-US"/>
        </a:p>
      </dgm:t>
    </dgm:pt>
    <dgm:pt modelId="{C4CF78F1-66D3-486D-9999-74E25A370945}" type="pres">
      <dgm:prSet presAssocID="{0F65CB1B-62F2-412A-91CF-61B297BBF0A3}" presName="vert2" presStyleCnt="0"/>
      <dgm:spPr/>
    </dgm:pt>
    <dgm:pt modelId="{E80875EF-CB53-4084-B630-2800D248964A}" type="pres">
      <dgm:prSet presAssocID="{0F65CB1B-62F2-412A-91CF-61B297BBF0A3}" presName="thinLine2b" presStyleLbl="callout" presStyleIdx="3" presStyleCnt="6"/>
      <dgm:spPr/>
    </dgm:pt>
    <dgm:pt modelId="{57931574-EA0A-407F-8F56-7B56F011F423}" type="pres">
      <dgm:prSet presAssocID="{0F65CB1B-62F2-412A-91CF-61B297BBF0A3}" presName="vertSpace2b" presStyleCnt="0"/>
      <dgm:spPr/>
    </dgm:pt>
    <dgm:pt modelId="{B4D7C09D-D0BE-4A3D-8A6F-79EC020986DD}" type="pres">
      <dgm:prSet presAssocID="{BA42AD5A-1D2A-4CC6-B9D1-C486B62620D9}" presName="horz2" presStyleCnt="0"/>
      <dgm:spPr/>
    </dgm:pt>
    <dgm:pt modelId="{AF274D03-5E8B-465E-8758-E75DC0A38FD6}" type="pres">
      <dgm:prSet presAssocID="{BA42AD5A-1D2A-4CC6-B9D1-C486B62620D9}" presName="horzSpace2" presStyleCnt="0"/>
      <dgm:spPr/>
    </dgm:pt>
    <dgm:pt modelId="{1ECE1E60-EBAB-4D9C-BC30-C7148A744A38}" type="pres">
      <dgm:prSet presAssocID="{BA42AD5A-1D2A-4CC6-B9D1-C486B62620D9}" presName="tx2" presStyleLbl="revTx" presStyleIdx="5" presStyleCnt="7"/>
      <dgm:spPr/>
      <dgm:t>
        <a:bodyPr/>
        <a:lstStyle/>
        <a:p>
          <a:endParaRPr lang="en-US"/>
        </a:p>
      </dgm:t>
    </dgm:pt>
    <dgm:pt modelId="{1B4CFAF5-210A-40A3-AE93-C974000229E4}" type="pres">
      <dgm:prSet presAssocID="{BA42AD5A-1D2A-4CC6-B9D1-C486B62620D9}" presName="vert2" presStyleCnt="0"/>
      <dgm:spPr/>
    </dgm:pt>
    <dgm:pt modelId="{AE457168-E83F-4839-B1D0-FCCB0BFA088D}" type="pres">
      <dgm:prSet presAssocID="{BA42AD5A-1D2A-4CC6-B9D1-C486B62620D9}" presName="thinLine2b" presStyleLbl="callout" presStyleIdx="4" presStyleCnt="6"/>
      <dgm:spPr/>
    </dgm:pt>
    <dgm:pt modelId="{6AB6AE6B-C53D-425A-9FD8-5015BEDBB1B2}" type="pres">
      <dgm:prSet presAssocID="{BA42AD5A-1D2A-4CC6-B9D1-C486B62620D9}" presName="vertSpace2b" presStyleCnt="0"/>
      <dgm:spPr/>
    </dgm:pt>
    <dgm:pt modelId="{FA7DB579-3D02-4C16-A8EC-4CE7A6E5D8C6}" type="pres">
      <dgm:prSet presAssocID="{82D63B36-1441-45B1-9DFD-39BF00FCF94A}" presName="horz2" presStyleCnt="0"/>
      <dgm:spPr/>
    </dgm:pt>
    <dgm:pt modelId="{D9E5A5D4-875B-490B-A540-58DA10AEBB02}" type="pres">
      <dgm:prSet presAssocID="{82D63B36-1441-45B1-9DFD-39BF00FCF94A}" presName="horzSpace2" presStyleCnt="0"/>
      <dgm:spPr/>
    </dgm:pt>
    <dgm:pt modelId="{D93E420E-9608-4D9F-9819-084F446B6ED7}" type="pres">
      <dgm:prSet presAssocID="{82D63B36-1441-45B1-9DFD-39BF00FCF94A}" presName="tx2" presStyleLbl="revTx" presStyleIdx="6" presStyleCnt="7"/>
      <dgm:spPr/>
      <dgm:t>
        <a:bodyPr/>
        <a:lstStyle/>
        <a:p>
          <a:endParaRPr lang="en-US"/>
        </a:p>
      </dgm:t>
    </dgm:pt>
    <dgm:pt modelId="{295F570B-0EE7-41BC-84BC-061BBC3DC1F2}" type="pres">
      <dgm:prSet presAssocID="{82D63B36-1441-45B1-9DFD-39BF00FCF94A}" presName="vert2" presStyleCnt="0"/>
      <dgm:spPr/>
    </dgm:pt>
    <dgm:pt modelId="{E8BB4083-A72F-4A1E-9274-46CB5E3847C9}" type="pres">
      <dgm:prSet presAssocID="{82D63B36-1441-45B1-9DFD-39BF00FCF94A}" presName="thinLine2b" presStyleLbl="callout" presStyleIdx="5" presStyleCnt="6"/>
      <dgm:spPr/>
    </dgm:pt>
    <dgm:pt modelId="{BCB8CFB6-E7BA-4482-8ED4-06806211B175}" type="pres">
      <dgm:prSet presAssocID="{82D63B36-1441-45B1-9DFD-39BF00FCF94A}" presName="vertSpace2b" presStyleCnt="0"/>
      <dgm:spPr/>
    </dgm:pt>
  </dgm:ptLst>
  <dgm:cxnLst>
    <dgm:cxn modelId="{CA616152-29A6-4DC4-9E46-58BEA8886C73}" type="presOf" srcId="{82D63B36-1441-45B1-9DFD-39BF00FCF94A}" destId="{D93E420E-9608-4D9F-9819-084F446B6ED7}" srcOrd="0" destOrd="0" presId="urn:microsoft.com/office/officeart/2008/layout/LinedList"/>
    <dgm:cxn modelId="{9D82CBA6-BA46-4FA3-B98E-9186C20C813F}" srcId="{AF22FAA8-460B-405C-B930-41EE5AF013CC}" destId="{400694F6-BA2E-4A24-92BC-866F8D6B381C}" srcOrd="0" destOrd="0" parTransId="{B79B4669-3C28-4CAA-8141-C67918597E56}" sibTransId="{42D93123-AAC0-4E06-9E6E-A3F33E5912BB}"/>
    <dgm:cxn modelId="{E0F9B616-2B2E-45C1-8D91-E7CEEF20DABB}" type="presOf" srcId="{0F65CB1B-62F2-412A-91CF-61B297BBF0A3}" destId="{535351D7-05DC-42FC-A3F5-CE82352A9A85}" srcOrd="0" destOrd="0" presId="urn:microsoft.com/office/officeart/2008/layout/LinedList"/>
    <dgm:cxn modelId="{B518B21C-13CE-496D-84C5-D7E216066A6F}" type="presOf" srcId="{C68C872A-2674-4E12-B7E5-BEE14C763CD6}" destId="{F6DAA406-97B5-4EDC-92B6-A03596BDE0D8}" srcOrd="0" destOrd="0" presId="urn:microsoft.com/office/officeart/2008/layout/LinedList"/>
    <dgm:cxn modelId="{1F5C41FD-EA95-41CB-BE2F-54867F432AF0}" type="presOf" srcId="{EFD9B4A3-0AA3-4B66-B18E-957DF7C28FB9}" destId="{55533E25-8A54-4155-BC4D-49359C8DCFCA}" srcOrd="0" destOrd="0" presId="urn:microsoft.com/office/officeart/2008/layout/LinedList"/>
    <dgm:cxn modelId="{B198B4DD-292F-4F13-B7E1-F1FC951DCDC8}" srcId="{400694F6-BA2E-4A24-92BC-866F8D6B381C}" destId="{2ACFB17F-E619-467F-8A4F-9189F9F05EAB}" srcOrd="0" destOrd="0" parTransId="{08E8DAB8-8F7B-428F-B083-96E3C613FCA8}" sibTransId="{77C72921-6602-4EE8-BA38-8CACA99BBED2}"/>
    <dgm:cxn modelId="{327AECE6-ABBF-4E08-8AA0-2BFF8D8B9708}" type="presOf" srcId="{BA42AD5A-1D2A-4CC6-B9D1-C486B62620D9}" destId="{1ECE1E60-EBAB-4D9C-BC30-C7148A744A38}" srcOrd="0" destOrd="0" presId="urn:microsoft.com/office/officeart/2008/layout/LinedList"/>
    <dgm:cxn modelId="{B8314F49-0EAE-45BA-B754-99F3561F4677}" type="presOf" srcId="{AF22FAA8-460B-405C-B930-41EE5AF013CC}" destId="{E93CA442-A052-49A2-9458-6448B5C4AE30}" srcOrd="0" destOrd="0" presId="urn:microsoft.com/office/officeart/2008/layout/LinedList"/>
    <dgm:cxn modelId="{4D8734A7-8265-4305-96F6-31A8B2EF3C37}" type="presOf" srcId="{2ACFB17F-E619-467F-8A4F-9189F9F05EAB}" destId="{257FCD7A-971F-4679-8AC1-FCE700036DC8}" srcOrd="0" destOrd="0" presId="urn:microsoft.com/office/officeart/2008/layout/LinedList"/>
    <dgm:cxn modelId="{A5408A1C-DF5B-4054-B17C-EC2F068A13AB}" srcId="{400694F6-BA2E-4A24-92BC-866F8D6B381C}" destId="{0F65CB1B-62F2-412A-91CF-61B297BBF0A3}" srcOrd="3" destOrd="0" parTransId="{E4004DD3-51E6-4126-A88A-215E5DC3C263}" sibTransId="{CF5F0D79-4916-47AF-97D4-5CD7D3685E15}"/>
    <dgm:cxn modelId="{C55844BB-609A-491C-8797-07D0C2C85255}" srcId="{400694F6-BA2E-4A24-92BC-866F8D6B381C}" destId="{BA42AD5A-1D2A-4CC6-B9D1-C486B62620D9}" srcOrd="4" destOrd="0" parTransId="{2A1028D6-4ADF-40C1-BCCE-B06F628533E0}" sibTransId="{C5B69342-ED5B-4F9B-9F39-9803BA936E24}"/>
    <dgm:cxn modelId="{493D4A6C-9BD6-420F-8874-E8F45D327AA9}" srcId="{400694F6-BA2E-4A24-92BC-866F8D6B381C}" destId="{EFD9B4A3-0AA3-4B66-B18E-957DF7C28FB9}" srcOrd="2" destOrd="0" parTransId="{AC87D0D5-6FF0-4F6A-91C9-D1A9BCD0E606}" sibTransId="{25F2676B-4B30-4A96-A39C-B8AFDE9AAA01}"/>
    <dgm:cxn modelId="{6ADFB1F4-2F9B-437A-BE55-DF0C75BE9210}" srcId="{400694F6-BA2E-4A24-92BC-866F8D6B381C}" destId="{C68C872A-2674-4E12-B7E5-BEE14C763CD6}" srcOrd="1" destOrd="0" parTransId="{3F0E79DC-9018-4427-83F7-C38C297DDD0D}" sibTransId="{0F2FB32F-E5F8-4961-9FD0-77C42AA04B49}"/>
    <dgm:cxn modelId="{C4A8A334-728C-4A9A-89EA-D4EFB1EF945D}" srcId="{400694F6-BA2E-4A24-92BC-866F8D6B381C}" destId="{82D63B36-1441-45B1-9DFD-39BF00FCF94A}" srcOrd="5" destOrd="0" parTransId="{56C9F21C-4F66-415F-9D18-F98276256F62}" sibTransId="{5741932A-67A7-4D58-9841-9767BA68F869}"/>
    <dgm:cxn modelId="{9AC23193-0095-4A5F-9428-5A3B321BD185}" type="presOf" srcId="{400694F6-BA2E-4A24-92BC-866F8D6B381C}" destId="{62528B00-E0FF-4E86-99D3-C4048284ECBD}" srcOrd="0" destOrd="0" presId="urn:microsoft.com/office/officeart/2008/layout/LinedList"/>
    <dgm:cxn modelId="{E3707BA5-0102-4888-84C6-CE1D500CA53B}" type="presParOf" srcId="{E93CA442-A052-49A2-9458-6448B5C4AE30}" destId="{4D2AB3B4-5B83-474F-90B3-8DB33CFA3D3F}" srcOrd="0" destOrd="0" presId="urn:microsoft.com/office/officeart/2008/layout/LinedList"/>
    <dgm:cxn modelId="{8ED49C15-C5A7-4D81-BAF1-9113386B5924}" type="presParOf" srcId="{E93CA442-A052-49A2-9458-6448B5C4AE30}" destId="{06ED3485-B7AB-4BD9-A4AF-7C8FB2401745}" srcOrd="1" destOrd="0" presId="urn:microsoft.com/office/officeart/2008/layout/LinedList"/>
    <dgm:cxn modelId="{0B1EAFB0-E3E4-4DEC-8FC7-5ECB9B5AD825}" type="presParOf" srcId="{06ED3485-B7AB-4BD9-A4AF-7C8FB2401745}" destId="{62528B00-E0FF-4E86-99D3-C4048284ECBD}" srcOrd="0" destOrd="0" presId="urn:microsoft.com/office/officeart/2008/layout/LinedList"/>
    <dgm:cxn modelId="{6C324EF5-2AE8-4758-B34B-F55BAAF7993B}" type="presParOf" srcId="{06ED3485-B7AB-4BD9-A4AF-7C8FB2401745}" destId="{DC3D2D6D-D4DF-40CA-B074-47608FECA769}" srcOrd="1" destOrd="0" presId="urn:microsoft.com/office/officeart/2008/layout/LinedList"/>
    <dgm:cxn modelId="{17616993-CEBE-49FD-91E9-945EE4FF7DE0}" type="presParOf" srcId="{DC3D2D6D-D4DF-40CA-B074-47608FECA769}" destId="{BA16BC44-6D75-423F-BAB5-430672C73279}" srcOrd="0" destOrd="0" presId="urn:microsoft.com/office/officeart/2008/layout/LinedList"/>
    <dgm:cxn modelId="{2D2E7937-DB16-4806-93DD-5D08F1946289}" type="presParOf" srcId="{DC3D2D6D-D4DF-40CA-B074-47608FECA769}" destId="{EDC9A7C1-A649-4A2E-B6C4-5C8434E9B82A}" srcOrd="1" destOrd="0" presId="urn:microsoft.com/office/officeart/2008/layout/LinedList"/>
    <dgm:cxn modelId="{9DF827A3-12E2-4D56-A95B-C40DC6ED859B}" type="presParOf" srcId="{EDC9A7C1-A649-4A2E-B6C4-5C8434E9B82A}" destId="{A59F68CF-5B85-455C-8FA0-E345791211AB}" srcOrd="0" destOrd="0" presId="urn:microsoft.com/office/officeart/2008/layout/LinedList"/>
    <dgm:cxn modelId="{89134229-16B4-4740-88CA-A3C3AFE8131E}" type="presParOf" srcId="{EDC9A7C1-A649-4A2E-B6C4-5C8434E9B82A}" destId="{257FCD7A-971F-4679-8AC1-FCE700036DC8}" srcOrd="1" destOrd="0" presId="urn:microsoft.com/office/officeart/2008/layout/LinedList"/>
    <dgm:cxn modelId="{7CA63A67-6FCF-4EEA-B358-89F585ECDAF2}" type="presParOf" srcId="{EDC9A7C1-A649-4A2E-B6C4-5C8434E9B82A}" destId="{3ABCDCB1-0156-4E07-A25B-8832B54FCF63}" srcOrd="2" destOrd="0" presId="urn:microsoft.com/office/officeart/2008/layout/LinedList"/>
    <dgm:cxn modelId="{164241DF-4875-4B6D-8E2C-AB40781ED55E}" type="presParOf" srcId="{DC3D2D6D-D4DF-40CA-B074-47608FECA769}" destId="{8D455B00-C8FE-4D03-B81D-F550310EEC26}" srcOrd="2" destOrd="0" presId="urn:microsoft.com/office/officeart/2008/layout/LinedList"/>
    <dgm:cxn modelId="{1CAACC45-6740-48DA-ADD2-3B2E07EF531A}" type="presParOf" srcId="{DC3D2D6D-D4DF-40CA-B074-47608FECA769}" destId="{BE9A95ED-9622-4A23-9C76-280031063C1B}" srcOrd="3" destOrd="0" presId="urn:microsoft.com/office/officeart/2008/layout/LinedList"/>
    <dgm:cxn modelId="{D848A589-3C54-4677-80D9-EE0A8A72502F}" type="presParOf" srcId="{DC3D2D6D-D4DF-40CA-B074-47608FECA769}" destId="{06D1D77B-A211-4334-9203-6BC884BD398E}" srcOrd="4" destOrd="0" presId="urn:microsoft.com/office/officeart/2008/layout/LinedList"/>
    <dgm:cxn modelId="{BF5085BC-B097-4D97-81BE-3EF99DA220B4}" type="presParOf" srcId="{06D1D77B-A211-4334-9203-6BC884BD398E}" destId="{EB5ED325-F82D-4002-90AB-CC60DB84E98C}" srcOrd="0" destOrd="0" presId="urn:microsoft.com/office/officeart/2008/layout/LinedList"/>
    <dgm:cxn modelId="{ECB4E861-B10A-4825-84EC-97DF70A67275}" type="presParOf" srcId="{06D1D77B-A211-4334-9203-6BC884BD398E}" destId="{F6DAA406-97B5-4EDC-92B6-A03596BDE0D8}" srcOrd="1" destOrd="0" presId="urn:microsoft.com/office/officeart/2008/layout/LinedList"/>
    <dgm:cxn modelId="{0376881B-D48A-400C-AABF-667EA581717A}" type="presParOf" srcId="{06D1D77B-A211-4334-9203-6BC884BD398E}" destId="{3637134B-654C-492D-A319-138CB4041C62}" srcOrd="2" destOrd="0" presId="urn:microsoft.com/office/officeart/2008/layout/LinedList"/>
    <dgm:cxn modelId="{20E0392F-A43C-4CE6-83E1-C57BFABF3C55}" type="presParOf" srcId="{DC3D2D6D-D4DF-40CA-B074-47608FECA769}" destId="{60AA0EB0-6090-4509-BB16-6251EC9D28E0}" srcOrd="5" destOrd="0" presId="urn:microsoft.com/office/officeart/2008/layout/LinedList"/>
    <dgm:cxn modelId="{901C1869-1151-40FC-B25B-9B64BFBAC984}" type="presParOf" srcId="{DC3D2D6D-D4DF-40CA-B074-47608FECA769}" destId="{8A611F0E-8BBB-4131-B401-EC470701418B}" srcOrd="6" destOrd="0" presId="urn:microsoft.com/office/officeart/2008/layout/LinedList"/>
    <dgm:cxn modelId="{8309A84D-C257-442D-836F-75BF6F688157}" type="presParOf" srcId="{DC3D2D6D-D4DF-40CA-B074-47608FECA769}" destId="{65587D85-135F-4D37-BDFF-79791814B0E0}" srcOrd="7" destOrd="0" presId="urn:microsoft.com/office/officeart/2008/layout/LinedList"/>
    <dgm:cxn modelId="{A6DA9C88-97B3-449C-A75F-C59035039856}" type="presParOf" srcId="{65587D85-135F-4D37-BDFF-79791814B0E0}" destId="{EBE58FBF-3546-487C-8C20-3233EE46CE61}" srcOrd="0" destOrd="0" presId="urn:microsoft.com/office/officeart/2008/layout/LinedList"/>
    <dgm:cxn modelId="{FBC16A2E-A187-46A0-95B3-800A4116706E}" type="presParOf" srcId="{65587D85-135F-4D37-BDFF-79791814B0E0}" destId="{55533E25-8A54-4155-BC4D-49359C8DCFCA}" srcOrd="1" destOrd="0" presId="urn:microsoft.com/office/officeart/2008/layout/LinedList"/>
    <dgm:cxn modelId="{41432D51-D232-4AC8-B06C-D52D721B39FE}" type="presParOf" srcId="{65587D85-135F-4D37-BDFF-79791814B0E0}" destId="{78923FA0-9125-49FE-AA3B-19439DDD8DAA}" srcOrd="2" destOrd="0" presId="urn:microsoft.com/office/officeart/2008/layout/LinedList"/>
    <dgm:cxn modelId="{4C93B7F8-FE17-4642-9470-AFA6F269852E}" type="presParOf" srcId="{DC3D2D6D-D4DF-40CA-B074-47608FECA769}" destId="{47EA68F6-6053-42BC-9BD9-CB1E300E8746}" srcOrd="8" destOrd="0" presId="urn:microsoft.com/office/officeart/2008/layout/LinedList"/>
    <dgm:cxn modelId="{C41CE997-3E13-44FB-83CF-C1119DF5374E}" type="presParOf" srcId="{DC3D2D6D-D4DF-40CA-B074-47608FECA769}" destId="{82AAB4FE-DAD1-4AB1-90D2-3F8A5D5C4493}" srcOrd="9" destOrd="0" presId="urn:microsoft.com/office/officeart/2008/layout/LinedList"/>
    <dgm:cxn modelId="{3DC84246-B0EF-409B-85F4-07E147383430}" type="presParOf" srcId="{DC3D2D6D-D4DF-40CA-B074-47608FECA769}" destId="{1B77B2E0-9694-44BF-BEE3-5F5E1AA6AB42}" srcOrd="10" destOrd="0" presId="urn:microsoft.com/office/officeart/2008/layout/LinedList"/>
    <dgm:cxn modelId="{62D68CD5-77C9-498B-AFB2-0E6A3179FE87}" type="presParOf" srcId="{1B77B2E0-9694-44BF-BEE3-5F5E1AA6AB42}" destId="{02147072-9DD1-4601-814C-11819FE97C8A}" srcOrd="0" destOrd="0" presId="urn:microsoft.com/office/officeart/2008/layout/LinedList"/>
    <dgm:cxn modelId="{45534E15-97CD-4153-9C87-E912A15F0EDC}" type="presParOf" srcId="{1B77B2E0-9694-44BF-BEE3-5F5E1AA6AB42}" destId="{535351D7-05DC-42FC-A3F5-CE82352A9A85}" srcOrd="1" destOrd="0" presId="urn:microsoft.com/office/officeart/2008/layout/LinedList"/>
    <dgm:cxn modelId="{CFFB4E9B-E14B-4473-AECE-371F6BD1E977}" type="presParOf" srcId="{1B77B2E0-9694-44BF-BEE3-5F5E1AA6AB42}" destId="{C4CF78F1-66D3-486D-9999-74E25A370945}" srcOrd="2" destOrd="0" presId="urn:microsoft.com/office/officeart/2008/layout/LinedList"/>
    <dgm:cxn modelId="{177A2D18-1B76-4ADC-B29D-F8862B97FAAB}" type="presParOf" srcId="{DC3D2D6D-D4DF-40CA-B074-47608FECA769}" destId="{E80875EF-CB53-4084-B630-2800D248964A}" srcOrd="11" destOrd="0" presId="urn:microsoft.com/office/officeart/2008/layout/LinedList"/>
    <dgm:cxn modelId="{DB7AC3A0-91FB-47AB-81BB-6BA54BDB55D3}" type="presParOf" srcId="{DC3D2D6D-D4DF-40CA-B074-47608FECA769}" destId="{57931574-EA0A-407F-8F56-7B56F011F423}" srcOrd="12" destOrd="0" presId="urn:microsoft.com/office/officeart/2008/layout/LinedList"/>
    <dgm:cxn modelId="{0A1E1AF7-8A28-43A7-80AD-B7F1D301A67D}" type="presParOf" srcId="{DC3D2D6D-D4DF-40CA-B074-47608FECA769}" destId="{B4D7C09D-D0BE-4A3D-8A6F-79EC020986DD}" srcOrd="13" destOrd="0" presId="urn:microsoft.com/office/officeart/2008/layout/LinedList"/>
    <dgm:cxn modelId="{7318D096-C6F5-4EF4-96A1-BE32B36E9209}" type="presParOf" srcId="{B4D7C09D-D0BE-4A3D-8A6F-79EC020986DD}" destId="{AF274D03-5E8B-465E-8758-E75DC0A38FD6}" srcOrd="0" destOrd="0" presId="urn:microsoft.com/office/officeart/2008/layout/LinedList"/>
    <dgm:cxn modelId="{198502A5-FCAC-48C1-AAEE-A0B11C3B0891}" type="presParOf" srcId="{B4D7C09D-D0BE-4A3D-8A6F-79EC020986DD}" destId="{1ECE1E60-EBAB-4D9C-BC30-C7148A744A38}" srcOrd="1" destOrd="0" presId="urn:microsoft.com/office/officeart/2008/layout/LinedList"/>
    <dgm:cxn modelId="{5EFB3FAD-E84F-45B0-BABC-C625114BD54A}" type="presParOf" srcId="{B4D7C09D-D0BE-4A3D-8A6F-79EC020986DD}" destId="{1B4CFAF5-210A-40A3-AE93-C974000229E4}" srcOrd="2" destOrd="0" presId="urn:microsoft.com/office/officeart/2008/layout/LinedList"/>
    <dgm:cxn modelId="{4E876AA7-C7E8-4492-97EE-7F9A54257F53}" type="presParOf" srcId="{DC3D2D6D-D4DF-40CA-B074-47608FECA769}" destId="{AE457168-E83F-4839-B1D0-FCCB0BFA088D}" srcOrd="14" destOrd="0" presId="urn:microsoft.com/office/officeart/2008/layout/LinedList"/>
    <dgm:cxn modelId="{10D81158-7971-4218-8586-4F0C68432916}" type="presParOf" srcId="{DC3D2D6D-D4DF-40CA-B074-47608FECA769}" destId="{6AB6AE6B-C53D-425A-9FD8-5015BEDBB1B2}" srcOrd="15" destOrd="0" presId="urn:microsoft.com/office/officeart/2008/layout/LinedList"/>
    <dgm:cxn modelId="{D890A469-936D-411E-B682-5ABFC5CFD26D}" type="presParOf" srcId="{DC3D2D6D-D4DF-40CA-B074-47608FECA769}" destId="{FA7DB579-3D02-4C16-A8EC-4CE7A6E5D8C6}" srcOrd="16" destOrd="0" presId="urn:microsoft.com/office/officeart/2008/layout/LinedList"/>
    <dgm:cxn modelId="{0FB75484-8F8E-4DB2-8845-65E7F5991A4A}" type="presParOf" srcId="{FA7DB579-3D02-4C16-A8EC-4CE7A6E5D8C6}" destId="{D9E5A5D4-875B-490B-A540-58DA10AEBB02}" srcOrd="0" destOrd="0" presId="urn:microsoft.com/office/officeart/2008/layout/LinedList"/>
    <dgm:cxn modelId="{15944358-CAD4-4F85-A0BA-BA500FAA475E}" type="presParOf" srcId="{FA7DB579-3D02-4C16-A8EC-4CE7A6E5D8C6}" destId="{D93E420E-9608-4D9F-9819-084F446B6ED7}" srcOrd="1" destOrd="0" presId="urn:microsoft.com/office/officeart/2008/layout/LinedList"/>
    <dgm:cxn modelId="{7779B81C-E278-4D45-87C5-F92C1EB87F5B}" type="presParOf" srcId="{FA7DB579-3D02-4C16-A8EC-4CE7A6E5D8C6}" destId="{295F570B-0EE7-41BC-84BC-061BBC3DC1F2}" srcOrd="2" destOrd="0" presId="urn:microsoft.com/office/officeart/2008/layout/LinedList"/>
    <dgm:cxn modelId="{9431FDE3-1F03-4BEB-A617-A5156762BEFB}" type="presParOf" srcId="{DC3D2D6D-D4DF-40CA-B074-47608FECA769}" destId="{E8BB4083-A72F-4A1E-9274-46CB5E3847C9}" srcOrd="17" destOrd="0" presId="urn:microsoft.com/office/officeart/2008/layout/LinedList"/>
    <dgm:cxn modelId="{100EFE71-C92D-44EC-85F6-62BDC330E790}" type="presParOf" srcId="{DC3D2D6D-D4DF-40CA-B074-47608FECA769}" destId="{BCB8CFB6-E7BA-4482-8ED4-06806211B175}" srcOrd="18"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BD0DF075-8C02-4F95-8A6E-691EA2F733E8}" type="doc">
      <dgm:prSet loTypeId="urn:microsoft.com/office/officeart/2011/layout/CircleProcess" loCatId="process" qsTypeId="urn:microsoft.com/office/officeart/2005/8/quickstyle/simple5" qsCatId="simple" csTypeId="urn:microsoft.com/office/officeart/2005/8/colors/accent1_2" csCatId="accent1" phldr="1"/>
      <dgm:spPr/>
      <dgm:t>
        <a:bodyPr/>
        <a:lstStyle/>
        <a:p>
          <a:endParaRPr lang="en-US"/>
        </a:p>
      </dgm:t>
    </dgm:pt>
    <dgm:pt modelId="{99CE8D3F-7B6E-4210-AA23-84456D7757BD}">
      <dgm:prSet phldrT="[Text]"/>
      <dgm:spPr/>
      <dgm:t>
        <a:bodyPr/>
        <a:lstStyle/>
        <a:p>
          <a:r>
            <a:rPr lang="en-US" dirty="0" smtClean="0"/>
            <a:t>Motion Control</a:t>
          </a:r>
          <a:endParaRPr lang="en-US" dirty="0"/>
        </a:p>
      </dgm:t>
    </dgm:pt>
    <dgm:pt modelId="{58B7241E-EC4F-4B54-BD9F-A2BCEFC7BF9D}" type="parTrans" cxnId="{7478A703-F83A-4019-B4E5-CAD37062ECDC}">
      <dgm:prSet/>
      <dgm:spPr/>
      <dgm:t>
        <a:bodyPr/>
        <a:lstStyle/>
        <a:p>
          <a:endParaRPr lang="en-US"/>
        </a:p>
      </dgm:t>
    </dgm:pt>
    <dgm:pt modelId="{B712CCFE-AE00-4D32-A55C-BB3C8C9819CE}" type="sibTrans" cxnId="{7478A703-F83A-4019-B4E5-CAD37062ECDC}">
      <dgm:prSet/>
      <dgm:spPr/>
      <dgm:t>
        <a:bodyPr/>
        <a:lstStyle/>
        <a:p>
          <a:endParaRPr lang="en-US"/>
        </a:p>
      </dgm:t>
    </dgm:pt>
    <dgm:pt modelId="{C4C49CEC-673F-4BB1-9D2E-6680E5090AF9}">
      <dgm:prSet phldrT="[Text]"/>
      <dgm:spPr/>
      <dgm:t>
        <a:bodyPr/>
        <a:lstStyle/>
        <a:p>
          <a:r>
            <a:rPr lang="en-US" dirty="0" smtClean="0"/>
            <a:t>Stability Under Disturbances</a:t>
          </a:r>
          <a:endParaRPr lang="en-US" dirty="0"/>
        </a:p>
      </dgm:t>
    </dgm:pt>
    <dgm:pt modelId="{3F42E175-1D29-41F3-8B83-7D6CF0617EF7}" type="parTrans" cxnId="{3DF30207-2BE9-41BA-A4ED-0CF6AEA0CB53}">
      <dgm:prSet/>
      <dgm:spPr/>
      <dgm:t>
        <a:bodyPr/>
        <a:lstStyle/>
        <a:p>
          <a:endParaRPr lang="en-US"/>
        </a:p>
      </dgm:t>
    </dgm:pt>
    <dgm:pt modelId="{148D2132-821A-4DAA-8DA4-AD01EECA3393}" type="sibTrans" cxnId="{3DF30207-2BE9-41BA-A4ED-0CF6AEA0CB53}">
      <dgm:prSet/>
      <dgm:spPr/>
      <dgm:t>
        <a:bodyPr/>
        <a:lstStyle/>
        <a:p>
          <a:endParaRPr lang="en-US"/>
        </a:p>
      </dgm:t>
    </dgm:pt>
    <dgm:pt modelId="{617B6887-77C6-43B4-8E64-BBB556B06683}">
      <dgm:prSet phldrT="[Text]"/>
      <dgm:spPr/>
      <dgm:t>
        <a:bodyPr/>
        <a:lstStyle/>
        <a:p>
          <a:r>
            <a:rPr lang="en-US" dirty="0" smtClean="0"/>
            <a:t>Disturbance Evaluation</a:t>
          </a:r>
          <a:endParaRPr lang="en-US" dirty="0"/>
        </a:p>
      </dgm:t>
    </dgm:pt>
    <dgm:pt modelId="{34D5C0F6-CA55-44EB-BC8F-2AB38A400D8A}" type="parTrans" cxnId="{6BD74750-B656-447A-B166-79B72CD710E1}">
      <dgm:prSet/>
      <dgm:spPr/>
      <dgm:t>
        <a:bodyPr/>
        <a:lstStyle/>
        <a:p>
          <a:endParaRPr lang="en-US"/>
        </a:p>
      </dgm:t>
    </dgm:pt>
    <dgm:pt modelId="{5074850F-5FC6-48E6-A7EE-DC640BE32BDC}" type="sibTrans" cxnId="{6BD74750-B656-447A-B166-79B72CD710E1}">
      <dgm:prSet/>
      <dgm:spPr/>
      <dgm:t>
        <a:bodyPr/>
        <a:lstStyle/>
        <a:p>
          <a:endParaRPr lang="en-US"/>
        </a:p>
      </dgm:t>
    </dgm:pt>
    <dgm:pt modelId="{E069A6E9-0C7A-4080-BBBC-88E078DC69EC}">
      <dgm:prSet phldrT="[Text]"/>
      <dgm:spPr/>
      <dgm:t>
        <a:bodyPr/>
        <a:lstStyle/>
        <a:p>
          <a:r>
            <a:rPr lang="en-US" dirty="0" smtClean="0"/>
            <a:t>Response</a:t>
          </a:r>
          <a:endParaRPr lang="en-US" dirty="0"/>
        </a:p>
      </dgm:t>
    </dgm:pt>
    <dgm:pt modelId="{3B745445-F683-4028-B2BE-F52A21460504}" type="parTrans" cxnId="{BCF2C411-39BF-4595-9B87-E1DF7C0B380E}">
      <dgm:prSet/>
      <dgm:spPr/>
      <dgm:t>
        <a:bodyPr/>
        <a:lstStyle/>
        <a:p>
          <a:endParaRPr lang="en-US"/>
        </a:p>
      </dgm:t>
    </dgm:pt>
    <dgm:pt modelId="{B9E1703C-F698-42D9-84C3-736C34464328}" type="sibTrans" cxnId="{BCF2C411-39BF-4595-9B87-E1DF7C0B380E}">
      <dgm:prSet/>
      <dgm:spPr/>
      <dgm:t>
        <a:bodyPr/>
        <a:lstStyle/>
        <a:p>
          <a:endParaRPr lang="en-US"/>
        </a:p>
      </dgm:t>
    </dgm:pt>
    <dgm:pt modelId="{4B8A9F66-5B13-498B-BFA2-FEFA1AEF4DFC}" type="pres">
      <dgm:prSet presAssocID="{BD0DF075-8C02-4F95-8A6E-691EA2F733E8}" presName="Name0" presStyleCnt="0">
        <dgm:presLayoutVars>
          <dgm:chMax val="11"/>
          <dgm:chPref val="11"/>
          <dgm:dir/>
          <dgm:resizeHandles/>
        </dgm:presLayoutVars>
      </dgm:prSet>
      <dgm:spPr/>
      <dgm:t>
        <a:bodyPr/>
        <a:lstStyle/>
        <a:p>
          <a:endParaRPr lang="en-US"/>
        </a:p>
      </dgm:t>
    </dgm:pt>
    <dgm:pt modelId="{D958D9D3-C5CC-4AA0-88A0-AB77D6776D8C}" type="pres">
      <dgm:prSet presAssocID="{E069A6E9-0C7A-4080-BBBC-88E078DC69EC}" presName="Accent4" presStyleCnt="0"/>
      <dgm:spPr/>
    </dgm:pt>
    <dgm:pt modelId="{ED3847FC-0DA4-468F-B37B-AB830D9110A8}" type="pres">
      <dgm:prSet presAssocID="{E069A6E9-0C7A-4080-BBBC-88E078DC69EC}" presName="Accent" presStyleLbl="node1" presStyleIdx="0" presStyleCnt="4"/>
      <dgm:spPr/>
    </dgm:pt>
    <dgm:pt modelId="{D605CF5C-6F28-4095-AC77-270E0D1ECE1B}" type="pres">
      <dgm:prSet presAssocID="{E069A6E9-0C7A-4080-BBBC-88E078DC69EC}" presName="ParentBackground4" presStyleCnt="0"/>
      <dgm:spPr/>
    </dgm:pt>
    <dgm:pt modelId="{6E1F8390-E1E7-4435-A8D2-383F04E167F1}" type="pres">
      <dgm:prSet presAssocID="{E069A6E9-0C7A-4080-BBBC-88E078DC69EC}" presName="ParentBackground" presStyleLbl="fgAcc1" presStyleIdx="0" presStyleCnt="4"/>
      <dgm:spPr/>
      <dgm:t>
        <a:bodyPr/>
        <a:lstStyle/>
        <a:p>
          <a:endParaRPr lang="en-US"/>
        </a:p>
      </dgm:t>
    </dgm:pt>
    <dgm:pt modelId="{04FD49DB-81E8-4B70-9785-CE3E4A19DE88}" type="pres">
      <dgm:prSet presAssocID="{E069A6E9-0C7A-4080-BBBC-88E078DC69EC}" presName="Parent4" presStyleLbl="revTx" presStyleIdx="0" presStyleCnt="0">
        <dgm:presLayoutVars>
          <dgm:chMax val="1"/>
          <dgm:chPref val="1"/>
          <dgm:bulletEnabled val="1"/>
        </dgm:presLayoutVars>
      </dgm:prSet>
      <dgm:spPr/>
      <dgm:t>
        <a:bodyPr/>
        <a:lstStyle/>
        <a:p>
          <a:endParaRPr lang="en-US"/>
        </a:p>
      </dgm:t>
    </dgm:pt>
    <dgm:pt modelId="{9B63A97B-13BA-4941-8FA3-C04883378BAB}" type="pres">
      <dgm:prSet presAssocID="{617B6887-77C6-43B4-8E64-BBB556B06683}" presName="Accent3" presStyleCnt="0"/>
      <dgm:spPr/>
    </dgm:pt>
    <dgm:pt modelId="{082077BF-4478-485B-8A55-FC9C8DB73E0E}" type="pres">
      <dgm:prSet presAssocID="{617B6887-77C6-43B4-8E64-BBB556B06683}" presName="Accent" presStyleLbl="node1" presStyleIdx="1" presStyleCnt="4"/>
      <dgm:spPr/>
    </dgm:pt>
    <dgm:pt modelId="{9C3FBBD3-5351-4627-A1F2-0A2ED98A12B5}" type="pres">
      <dgm:prSet presAssocID="{617B6887-77C6-43B4-8E64-BBB556B06683}" presName="ParentBackground3" presStyleCnt="0"/>
      <dgm:spPr/>
    </dgm:pt>
    <dgm:pt modelId="{D6E1A577-7671-4466-8157-412EAFD897C1}" type="pres">
      <dgm:prSet presAssocID="{617B6887-77C6-43B4-8E64-BBB556B06683}" presName="ParentBackground" presStyleLbl="fgAcc1" presStyleIdx="1" presStyleCnt="4"/>
      <dgm:spPr/>
      <dgm:t>
        <a:bodyPr/>
        <a:lstStyle/>
        <a:p>
          <a:endParaRPr lang="en-US"/>
        </a:p>
      </dgm:t>
    </dgm:pt>
    <dgm:pt modelId="{742A7ACB-659B-4FA2-BA07-CDF8E12AB2E4}" type="pres">
      <dgm:prSet presAssocID="{617B6887-77C6-43B4-8E64-BBB556B06683}" presName="Parent3" presStyleLbl="revTx" presStyleIdx="0" presStyleCnt="0">
        <dgm:presLayoutVars>
          <dgm:chMax val="1"/>
          <dgm:chPref val="1"/>
          <dgm:bulletEnabled val="1"/>
        </dgm:presLayoutVars>
      </dgm:prSet>
      <dgm:spPr/>
      <dgm:t>
        <a:bodyPr/>
        <a:lstStyle/>
        <a:p>
          <a:endParaRPr lang="en-US"/>
        </a:p>
      </dgm:t>
    </dgm:pt>
    <dgm:pt modelId="{647CBA87-1CC6-4BC9-B887-2890C2EF9686}" type="pres">
      <dgm:prSet presAssocID="{C4C49CEC-673F-4BB1-9D2E-6680E5090AF9}" presName="Accent2" presStyleCnt="0"/>
      <dgm:spPr/>
    </dgm:pt>
    <dgm:pt modelId="{FB412234-7E01-430E-B657-6A219BE47478}" type="pres">
      <dgm:prSet presAssocID="{C4C49CEC-673F-4BB1-9D2E-6680E5090AF9}" presName="Accent" presStyleLbl="node1" presStyleIdx="2" presStyleCnt="4"/>
      <dgm:spPr/>
    </dgm:pt>
    <dgm:pt modelId="{2B1C17C7-6761-45AE-A503-99C3BA44B1E6}" type="pres">
      <dgm:prSet presAssocID="{C4C49CEC-673F-4BB1-9D2E-6680E5090AF9}" presName="ParentBackground2" presStyleCnt="0"/>
      <dgm:spPr/>
    </dgm:pt>
    <dgm:pt modelId="{DCAE2986-FA11-4F8C-A06F-83A9D25535C4}" type="pres">
      <dgm:prSet presAssocID="{C4C49CEC-673F-4BB1-9D2E-6680E5090AF9}" presName="ParentBackground" presStyleLbl="fgAcc1" presStyleIdx="2" presStyleCnt="4"/>
      <dgm:spPr/>
      <dgm:t>
        <a:bodyPr/>
        <a:lstStyle/>
        <a:p>
          <a:endParaRPr lang="en-US"/>
        </a:p>
      </dgm:t>
    </dgm:pt>
    <dgm:pt modelId="{CC95E11D-FE4A-4F15-8500-92674D4430B1}" type="pres">
      <dgm:prSet presAssocID="{C4C49CEC-673F-4BB1-9D2E-6680E5090AF9}" presName="Parent2" presStyleLbl="revTx" presStyleIdx="0" presStyleCnt="0">
        <dgm:presLayoutVars>
          <dgm:chMax val="1"/>
          <dgm:chPref val="1"/>
          <dgm:bulletEnabled val="1"/>
        </dgm:presLayoutVars>
      </dgm:prSet>
      <dgm:spPr/>
      <dgm:t>
        <a:bodyPr/>
        <a:lstStyle/>
        <a:p>
          <a:endParaRPr lang="en-US"/>
        </a:p>
      </dgm:t>
    </dgm:pt>
    <dgm:pt modelId="{A17FD324-704A-4AAF-9434-C91FE8634D9F}" type="pres">
      <dgm:prSet presAssocID="{99CE8D3F-7B6E-4210-AA23-84456D7757BD}" presName="Accent1" presStyleCnt="0"/>
      <dgm:spPr/>
    </dgm:pt>
    <dgm:pt modelId="{6B48EE2A-228E-4E9C-9088-3363D94101CE}" type="pres">
      <dgm:prSet presAssocID="{99CE8D3F-7B6E-4210-AA23-84456D7757BD}" presName="Accent" presStyleLbl="node1" presStyleIdx="3" presStyleCnt="4"/>
      <dgm:spPr/>
    </dgm:pt>
    <dgm:pt modelId="{1146F933-BEF6-4269-ABB1-ADEA3B00A7F5}" type="pres">
      <dgm:prSet presAssocID="{99CE8D3F-7B6E-4210-AA23-84456D7757BD}" presName="ParentBackground1" presStyleCnt="0"/>
      <dgm:spPr/>
    </dgm:pt>
    <dgm:pt modelId="{90A00264-11D5-4B16-BC61-F2B8189841E9}" type="pres">
      <dgm:prSet presAssocID="{99CE8D3F-7B6E-4210-AA23-84456D7757BD}" presName="ParentBackground" presStyleLbl="fgAcc1" presStyleIdx="3" presStyleCnt="4"/>
      <dgm:spPr/>
      <dgm:t>
        <a:bodyPr/>
        <a:lstStyle/>
        <a:p>
          <a:endParaRPr lang="en-US"/>
        </a:p>
      </dgm:t>
    </dgm:pt>
    <dgm:pt modelId="{2CEAFEFA-2E3E-46C0-9132-3A46B6B8BB54}" type="pres">
      <dgm:prSet presAssocID="{99CE8D3F-7B6E-4210-AA23-84456D7757BD}" presName="Parent1" presStyleLbl="revTx" presStyleIdx="0" presStyleCnt="0">
        <dgm:presLayoutVars>
          <dgm:chMax val="1"/>
          <dgm:chPref val="1"/>
          <dgm:bulletEnabled val="1"/>
        </dgm:presLayoutVars>
      </dgm:prSet>
      <dgm:spPr/>
      <dgm:t>
        <a:bodyPr/>
        <a:lstStyle/>
        <a:p>
          <a:endParaRPr lang="en-US"/>
        </a:p>
      </dgm:t>
    </dgm:pt>
  </dgm:ptLst>
  <dgm:cxnLst>
    <dgm:cxn modelId="{AB8D73E4-195F-485F-93F0-37E60E3CAEAA}" type="presOf" srcId="{99CE8D3F-7B6E-4210-AA23-84456D7757BD}" destId="{2CEAFEFA-2E3E-46C0-9132-3A46B6B8BB54}" srcOrd="1" destOrd="0" presId="urn:microsoft.com/office/officeart/2011/layout/CircleProcess"/>
    <dgm:cxn modelId="{CE61EFA0-CA77-4589-BDF2-4AA3CD8B8D9E}" type="presOf" srcId="{E069A6E9-0C7A-4080-BBBC-88E078DC69EC}" destId="{04FD49DB-81E8-4B70-9785-CE3E4A19DE88}" srcOrd="1" destOrd="0" presId="urn:microsoft.com/office/officeart/2011/layout/CircleProcess"/>
    <dgm:cxn modelId="{3DF30207-2BE9-41BA-A4ED-0CF6AEA0CB53}" srcId="{BD0DF075-8C02-4F95-8A6E-691EA2F733E8}" destId="{C4C49CEC-673F-4BB1-9D2E-6680E5090AF9}" srcOrd="1" destOrd="0" parTransId="{3F42E175-1D29-41F3-8B83-7D6CF0617EF7}" sibTransId="{148D2132-821A-4DAA-8DA4-AD01EECA3393}"/>
    <dgm:cxn modelId="{AF341CC1-9F8F-4F9B-8C47-FA368CA97488}" type="presOf" srcId="{C4C49CEC-673F-4BB1-9D2E-6680E5090AF9}" destId="{CC95E11D-FE4A-4F15-8500-92674D4430B1}" srcOrd="1" destOrd="0" presId="urn:microsoft.com/office/officeart/2011/layout/CircleProcess"/>
    <dgm:cxn modelId="{B58CE628-9EB6-44AD-8A11-30273070A6F1}" type="presOf" srcId="{E069A6E9-0C7A-4080-BBBC-88E078DC69EC}" destId="{6E1F8390-E1E7-4435-A8D2-383F04E167F1}" srcOrd="0" destOrd="0" presId="urn:microsoft.com/office/officeart/2011/layout/CircleProcess"/>
    <dgm:cxn modelId="{6BD74750-B656-447A-B166-79B72CD710E1}" srcId="{BD0DF075-8C02-4F95-8A6E-691EA2F733E8}" destId="{617B6887-77C6-43B4-8E64-BBB556B06683}" srcOrd="2" destOrd="0" parTransId="{34D5C0F6-CA55-44EB-BC8F-2AB38A400D8A}" sibTransId="{5074850F-5FC6-48E6-A7EE-DC640BE32BDC}"/>
    <dgm:cxn modelId="{6ABDCBB7-0C1D-4B62-9C81-C106F23C943B}" type="presOf" srcId="{99CE8D3F-7B6E-4210-AA23-84456D7757BD}" destId="{90A00264-11D5-4B16-BC61-F2B8189841E9}" srcOrd="0" destOrd="0" presId="urn:microsoft.com/office/officeart/2011/layout/CircleProcess"/>
    <dgm:cxn modelId="{2FCD1C47-C34D-426D-AE0D-9426EF972EFD}" type="presOf" srcId="{BD0DF075-8C02-4F95-8A6E-691EA2F733E8}" destId="{4B8A9F66-5B13-498B-BFA2-FEFA1AEF4DFC}" srcOrd="0" destOrd="0" presId="urn:microsoft.com/office/officeart/2011/layout/CircleProcess"/>
    <dgm:cxn modelId="{26E75BF1-79E9-4D5C-B182-2BAD5C337EC8}" type="presOf" srcId="{617B6887-77C6-43B4-8E64-BBB556B06683}" destId="{742A7ACB-659B-4FA2-BA07-CDF8E12AB2E4}" srcOrd="1" destOrd="0" presId="urn:microsoft.com/office/officeart/2011/layout/CircleProcess"/>
    <dgm:cxn modelId="{BCF2C411-39BF-4595-9B87-E1DF7C0B380E}" srcId="{BD0DF075-8C02-4F95-8A6E-691EA2F733E8}" destId="{E069A6E9-0C7A-4080-BBBC-88E078DC69EC}" srcOrd="3" destOrd="0" parTransId="{3B745445-F683-4028-B2BE-F52A21460504}" sibTransId="{B9E1703C-F698-42D9-84C3-736C34464328}"/>
    <dgm:cxn modelId="{7478A703-F83A-4019-B4E5-CAD37062ECDC}" srcId="{BD0DF075-8C02-4F95-8A6E-691EA2F733E8}" destId="{99CE8D3F-7B6E-4210-AA23-84456D7757BD}" srcOrd="0" destOrd="0" parTransId="{58B7241E-EC4F-4B54-BD9F-A2BCEFC7BF9D}" sibTransId="{B712CCFE-AE00-4D32-A55C-BB3C8C9819CE}"/>
    <dgm:cxn modelId="{98375584-3FFB-4C8D-88AB-FDB8E124C1F7}" type="presOf" srcId="{C4C49CEC-673F-4BB1-9D2E-6680E5090AF9}" destId="{DCAE2986-FA11-4F8C-A06F-83A9D25535C4}" srcOrd="0" destOrd="0" presId="urn:microsoft.com/office/officeart/2011/layout/CircleProcess"/>
    <dgm:cxn modelId="{0850812C-0F8A-410F-9AC0-F7188E84B54A}" type="presOf" srcId="{617B6887-77C6-43B4-8E64-BBB556B06683}" destId="{D6E1A577-7671-4466-8157-412EAFD897C1}" srcOrd="0" destOrd="0" presId="urn:microsoft.com/office/officeart/2011/layout/CircleProcess"/>
    <dgm:cxn modelId="{9F61BC53-0A0C-4E19-B402-0757D87DE8DA}" type="presParOf" srcId="{4B8A9F66-5B13-498B-BFA2-FEFA1AEF4DFC}" destId="{D958D9D3-C5CC-4AA0-88A0-AB77D6776D8C}" srcOrd="0" destOrd="0" presId="urn:microsoft.com/office/officeart/2011/layout/CircleProcess"/>
    <dgm:cxn modelId="{5C72D334-7437-4A6D-8734-1D47DC65B93B}" type="presParOf" srcId="{D958D9D3-C5CC-4AA0-88A0-AB77D6776D8C}" destId="{ED3847FC-0DA4-468F-B37B-AB830D9110A8}" srcOrd="0" destOrd="0" presId="urn:microsoft.com/office/officeart/2011/layout/CircleProcess"/>
    <dgm:cxn modelId="{48348F05-9CB0-4CB5-9115-E15DF58CD014}" type="presParOf" srcId="{4B8A9F66-5B13-498B-BFA2-FEFA1AEF4DFC}" destId="{D605CF5C-6F28-4095-AC77-270E0D1ECE1B}" srcOrd="1" destOrd="0" presId="urn:microsoft.com/office/officeart/2011/layout/CircleProcess"/>
    <dgm:cxn modelId="{194A0D4E-E1E8-43DE-8BBD-03FE55E2FAE2}" type="presParOf" srcId="{D605CF5C-6F28-4095-AC77-270E0D1ECE1B}" destId="{6E1F8390-E1E7-4435-A8D2-383F04E167F1}" srcOrd="0" destOrd="0" presId="urn:microsoft.com/office/officeart/2011/layout/CircleProcess"/>
    <dgm:cxn modelId="{6909B032-2275-4EFC-9EE3-9ECEFB06B866}" type="presParOf" srcId="{4B8A9F66-5B13-498B-BFA2-FEFA1AEF4DFC}" destId="{04FD49DB-81E8-4B70-9785-CE3E4A19DE88}" srcOrd="2" destOrd="0" presId="urn:microsoft.com/office/officeart/2011/layout/CircleProcess"/>
    <dgm:cxn modelId="{9F08E21E-DB44-40DD-B04E-31C11D15CD15}" type="presParOf" srcId="{4B8A9F66-5B13-498B-BFA2-FEFA1AEF4DFC}" destId="{9B63A97B-13BA-4941-8FA3-C04883378BAB}" srcOrd="3" destOrd="0" presId="urn:microsoft.com/office/officeart/2011/layout/CircleProcess"/>
    <dgm:cxn modelId="{DAFB8017-2EC1-450B-9599-2BEC1BD4A05B}" type="presParOf" srcId="{9B63A97B-13BA-4941-8FA3-C04883378BAB}" destId="{082077BF-4478-485B-8A55-FC9C8DB73E0E}" srcOrd="0" destOrd="0" presId="urn:microsoft.com/office/officeart/2011/layout/CircleProcess"/>
    <dgm:cxn modelId="{652FC943-6CBD-4F49-BD76-FB33ABDB3D02}" type="presParOf" srcId="{4B8A9F66-5B13-498B-BFA2-FEFA1AEF4DFC}" destId="{9C3FBBD3-5351-4627-A1F2-0A2ED98A12B5}" srcOrd="4" destOrd="0" presId="urn:microsoft.com/office/officeart/2011/layout/CircleProcess"/>
    <dgm:cxn modelId="{99170696-D455-45C3-B4DF-AF85014EF31C}" type="presParOf" srcId="{9C3FBBD3-5351-4627-A1F2-0A2ED98A12B5}" destId="{D6E1A577-7671-4466-8157-412EAFD897C1}" srcOrd="0" destOrd="0" presId="urn:microsoft.com/office/officeart/2011/layout/CircleProcess"/>
    <dgm:cxn modelId="{26A933DF-94F4-4CF4-AB44-09B7F624B78B}" type="presParOf" srcId="{4B8A9F66-5B13-498B-BFA2-FEFA1AEF4DFC}" destId="{742A7ACB-659B-4FA2-BA07-CDF8E12AB2E4}" srcOrd="5" destOrd="0" presId="urn:microsoft.com/office/officeart/2011/layout/CircleProcess"/>
    <dgm:cxn modelId="{534CE4C2-C7B9-4F56-AE6D-28F3B98BC36B}" type="presParOf" srcId="{4B8A9F66-5B13-498B-BFA2-FEFA1AEF4DFC}" destId="{647CBA87-1CC6-4BC9-B887-2890C2EF9686}" srcOrd="6" destOrd="0" presId="urn:microsoft.com/office/officeart/2011/layout/CircleProcess"/>
    <dgm:cxn modelId="{9075F512-EC7B-4593-B0FC-166C280347C2}" type="presParOf" srcId="{647CBA87-1CC6-4BC9-B887-2890C2EF9686}" destId="{FB412234-7E01-430E-B657-6A219BE47478}" srcOrd="0" destOrd="0" presId="urn:microsoft.com/office/officeart/2011/layout/CircleProcess"/>
    <dgm:cxn modelId="{566F7B35-C34A-42AF-9043-926C11031F0C}" type="presParOf" srcId="{4B8A9F66-5B13-498B-BFA2-FEFA1AEF4DFC}" destId="{2B1C17C7-6761-45AE-A503-99C3BA44B1E6}" srcOrd="7" destOrd="0" presId="urn:microsoft.com/office/officeart/2011/layout/CircleProcess"/>
    <dgm:cxn modelId="{D6F93ADC-20DB-4EC8-8C66-9298DC463124}" type="presParOf" srcId="{2B1C17C7-6761-45AE-A503-99C3BA44B1E6}" destId="{DCAE2986-FA11-4F8C-A06F-83A9D25535C4}" srcOrd="0" destOrd="0" presId="urn:microsoft.com/office/officeart/2011/layout/CircleProcess"/>
    <dgm:cxn modelId="{EA23331B-9C9F-4A0D-AC59-59923E9C7BF2}" type="presParOf" srcId="{4B8A9F66-5B13-498B-BFA2-FEFA1AEF4DFC}" destId="{CC95E11D-FE4A-4F15-8500-92674D4430B1}" srcOrd="8" destOrd="0" presId="urn:microsoft.com/office/officeart/2011/layout/CircleProcess"/>
    <dgm:cxn modelId="{A540321A-75C7-447A-AB89-8C26479ED51A}" type="presParOf" srcId="{4B8A9F66-5B13-498B-BFA2-FEFA1AEF4DFC}" destId="{A17FD324-704A-4AAF-9434-C91FE8634D9F}" srcOrd="9" destOrd="0" presId="urn:microsoft.com/office/officeart/2011/layout/CircleProcess"/>
    <dgm:cxn modelId="{ADCAC0F7-1868-4040-8313-A029BA38F2CE}" type="presParOf" srcId="{A17FD324-704A-4AAF-9434-C91FE8634D9F}" destId="{6B48EE2A-228E-4E9C-9088-3363D94101CE}" srcOrd="0" destOrd="0" presId="urn:microsoft.com/office/officeart/2011/layout/CircleProcess"/>
    <dgm:cxn modelId="{10AE8138-10BA-4EF3-83CF-84751D4A8027}" type="presParOf" srcId="{4B8A9F66-5B13-498B-BFA2-FEFA1AEF4DFC}" destId="{1146F933-BEF6-4269-ABB1-ADEA3B00A7F5}" srcOrd="10" destOrd="0" presId="urn:microsoft.com/office/officeart/2011/layout/CircleProcess"/>
    <dgm:cxn modelId="{2656175A-36E6-4FAD-99CB-D732AA9BE7B9}" type="presParOf" srcId="{1146F933-BEF6-4269-ABB1-ADEA3B00A7F5}" destId="{90A00264-11D5-4B16-BC61-F2B8189841E9}" srcOrd="0" destOrd="0" presId="urn:microsoft.com/office/officeart/2011/layout/CircleProcess"/>
    <dgm:cxn modelId="{797C8230-0A88-413E-B772-9CA8D3DC8158}" type="presParOf" srcId="{4B8A9F66-5B13-498B-BFA2-FEFA1AEF4DFC}" destId="{2CEAFEFA-2E3E-46C0-9132-3A46B6B8BB54}" srcOrd="11" destOrd="0" presId="urn:microsoft.com/office/officeart/2011/layout/Circle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DB778D-1FE0-4B73-AEE9-DC8279071AA7}">
      <dsp:nvSpPr>
        <dsp:cNvPr id="0" name=""/>
        <dsp:cNvSpPr/>
      </dsp:nvSpPr>
      <dsp:spPr>
        <a:xfrm rot="16200000">
          <a:off x="640907" y="-640907"/>
          <a:ext cx="1680507" cy="2962322"/>
        </a:xfrm>
        <a:prstGeom prst="round1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156464" rIns="156464" bIns="156464" numCol="1" spcCol="1270" anchor="ctr" anchorCtr="0">
          <a:noAutofit/>
        </a:bodyPr>
        <a:lstStyle/>
        <a:p>
          <a:pPr lvl="0" algn="ctr" defTabSz="977900">
            <a:lnSpc>
              <a:spcPct val="90000"/>
            </a:lnSpc>
            <a:spcBef>
              <a:spcPct val="0"/>
            </a:spcBef>
            <a:spcAft>
              <a:spcPct val="35000"/>
            </a:spcAft>
          </a:pPr>
          <a:r>
            <a:rPr lang="en-US" sz="2200" kern="1200" dirty="0" smtClean="0"/>
            <a:t>Human-like Structured Autonomous Robot</a:t>
          </a:r>
          <a:endParaRPr lang="en-US" sz="2200" kern="1200" dirty="0"/>
        </a:p>
      </dsp:txBody>
      <dsp:txXfrm rot="5400000">
        <a:off x="-1" y="1"/>
        <a:ext cx="2962322" cy="1260380"/>
      </dsp:txXfrm>
    </dsp:sp>
    <dsp:sp modelId="{E7475788-7F47-4EEC-B664-3ECEE87ED710}">
      <dsp:nvSpPr>
        <dsp:cNvPr id="0" name=""/>
        <dsp:cNvSpPr/>
      </dsp:nvSpPr>
      <dsp:spPr>
        <a:xfrm>
          <a:off x="2962322" y="0"/>
          <a:ext cx="2962322" cy="1680507"/>
        </a:xfrm>
        <a:prstGeom prst="round1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156464" rIns="156464" bIns="156464" numCol="1" spcCol="1270" anchor="ctr" anchorCtr="0">
          <a:noAutofit/>
        </a:bodyPr>
        <a:lstStyle/>
        <a:p>
          <a:pPr lvl="0" algn="ctr" defTabSz="977900">
            <a:lnSpc>
              <a:spcPct val="90000"/>
            </a:lnSpc>
            <a:spcBef>
              <a:spcPct val="0"/>
            </a:spcBef>
            <a:spcAft>
              <a:spcPct val="35000"/>
            </a:spcAft>
          </a:pPr>
          <a:r>
            <a:rPr lang="en-US" sz="2200" kern="1200" dirty="0" smtClean="0"/>
            <a:t>Adapts to Changes</a:t>
          </a:r>
          <a:endParaRPr lang="en-US" sz="2200" kern="1200" dirty="0"/>
        </a:p>
      </dsp:txBody>
      <dsp:txXfrm>
        <a:off x="2962322" y="0"/>
        <a:ext cx="2962322" cy="1260380"/>
      </dsp:txXfrm>
    </dsp:sp>
    <dsp:sp modelId="{43C77C45-0D9F-41E4-A0DE-19169E4EB5EB}">
      <dsp:nvSpPr>
        <dsp:cNvPr id="0" name=""/>
        <dsp:cNvSpPr/>
      </dsp:nvSpPr>
      <dsp:spPr>
        <a:xfrm rot="10800000">
          <a:off x="0" y="1680507"/>
          <a:ext cx="2962322" cy="1680507"/>
        </a:xfrm>
        <a:prstGeom prst="round1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156464" rIns="156464" bIns="156464" numCol="1" spcCol="1270" anchor="ctr" anchorCtr="0">
          <a:noAutofit/>
        </a:bodyPr>
        <a:lstStyle/>
        <a:p>
          <a:pPr lvl="0" algn="ctr" defTabSz="977900">
            <a:lnSpc>
              <a:spcPct val="90000"/>
            </a:lnSpc>
            <a:spcBef>
              <a:spcPct val="0"/>
            </a:spcBef>
            <a:spcAft>
              <a:spcPct val="35000"/>
            </a:spcAft>
          </a:pPr>
          <a:r>
            <a:rPr lang="en-US" sz="2200" kern="1200" dirty="0" smtClean="0"/>
            <a:t>Takes Decisions</a:t>
          </a:r>
          <a:endParaRPr lang="en-US" sz="2200" kern="1200" dirty="0"/>
        </a:p>
      </dsp:txBody>
      <dsp:txXfrm rot="10800000">
        <a:off x="0" y="2100634"/>
        <a:ext cx="2962322" cy="1260380"/>
      </dsp:txXfrm>
    </dsp:sp>
    <dsp:sp modelId="{809ED3FF-3482-40AE-BFBB-A8CC389848EF}">
      <dsp:nvSpPr>
        <dsp:cNvPr id="0" name=""/>
        <dsp:cNvSpPr/>
      </dsp:nvSpPr>
      <dsp:spPr>
        <a:xfrm rot="5400000">
          <a:off x="3603230" y="1039600"/>
          <a:ext cx="1680507" cy="2962322"/>
        </a:xfrm>
        <a:prstGeom prst="round1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156464" rIns="156464" bIns="156464" numCol="1" spcCol="1270" anchor="ctr" anchorCtr="0">
          <a:noAutofit/>
        </a:bodyPr>
        <a:lstStyle/>
        <a:p>
          <a:pPr lvl="0" algn="ctr" defTabSz="977900">
            <a:lnSpc>
              <a:spcPct val="90000"/>
            </a:lnSpc>
            <a:spcBef>
              <a:spcPct val="0"/>
            </a:spcBef>
            <a:spcAft>
              <a:spcPct val="35000"/>
            </a:spcAft>
          </a:pPr>
          <a:r>
            <a:rPr lang="en-US" sz="2200" kern="1200" dirty="0" smtClean="0"/>
            <a:t>Performs Tasks</a:t>
          </a:r>
          <a:endParaRPr lang="en-US" sz="2200" kern="1200" dirty="0"/>
        </a:p>
      </dsp:txBody>
      <dsp:txXfrm rot="-5400000">
        <a:off x="2962322" y="2100634"/>
        <a:ext cx="2962322" cy="1260380"/>
      </dsp:txXfrm>
    </dsp:sp>
    <dsp:sp modelId="{156AA907-86F5-4AC0-91C3-C9EF22B3E0CB}">
      <dsp:nvSpPr>
        <dsp:cNvPr id="0" name=""/>
        <dsp:cNvSpPr/>
      </dsp:nvSpPr>
      <dsp:spPr>
        <a:xfrm>
          <a:off x="2073625" y="1260380"/>
          <a:ext cx="1777393" cy="840253"/>
        </a:xfrm>
        <a:prstGeom prst="roundRect">
          <a:avLst/>
        </a:prstGeom>
        <a:solidFill>
          <a:schemeClr val="accent1">
            <a:tint val="6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lvl="0" algn="ctr" defTabSz="977900">
            <a:lnSpc>
              <a:spcPct val="90000"/>
            </a:lnSpc>
            <a:spcBef>
              <a:spcPct val="0"/>
            </a:spcBef>
            <a:spcAft>
              <a:spcPct val="35000"/>
            </a:spcAft>
          </a:pPr>
          <a:r>
            <a:rPr lang="en-US" sz="2200" kern="1200" dirty="0" smtClean="0"/>
            <a:t>Humanoid</a:t>
          </a:r>
          <a:endParaRPr lang="en-US" sz="2200" kern="1200" dirty="0"/>
        </a:p>
      </dsp:txBody>
      <dsp:txXfrm>
        <a:off x="2114643" y="1301398"/>
        <a:ext cx="1695357" cy="75821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C07283-54DF-4790-BED3-5C93C8975D6A}">
      <dsp:nvSpPr>
        <dsp:cNvPr id="0" name=""/>
        <dsp:cNvSpPr/>
      </dsp:nvSpPr>
      <dsp:spPr>
        <a:xfrm>
          <a:off x="1600" y="1363698"/>
          <a:ext cx="2538933" cy="1749324"/>
        </a:xfrm>
        <a:prstGeom prst="roundRect">
          <a:avLst/>
        </a:prstGeom>
        <a:blipFill dpi="0" rotWithShape="1">
          <a:blip xmlns:r="http://schemas.openxmlformats.org/officeDocument/2006/relationships" r:embed="rId1">
            <a:duotone>
              <a:schemeClr val="accent1">
                <a:shade val="45000"/>
                <a:satMod val="135000"/>
              </a:schemeClr>
              <a:prstClr val="white"/>
            </a:duotone>
          </a:blip>
          <a:srcRect/>
          <a:stretch>
            <a:fillRect l="-8573" t="1251" r="-116210" b="-1528"/>
          </a:stretch>
        </a:blipFill>
        <a:ln>
          <a:noFill/>
        </a:ln>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dsp:spPr>
      <dsp:style>
        <a:lnRef idx="0">
          <a:scrgbClr r="0" g="0" b="0"/>
        </a:lnRef>
        <a:fillRef idx="3">
          <a:scrgbClr r="0" g="0" b="0"/>
        </a:fillRef>
        <a:effectRef idx="3">
          <a:scrgbClr r="0" g="0" b="0"/>
        </a:effectRef>
        <a:fontRef idx="minor">
          <a:schemeClr val="lt1"/>
        </a:fontRef>
      </dsp:style>
    </dsp:sp>
    <dsp:sp modelId="{4975F7DD-CC10-4BAF-A03C-235BA1BCE027}">
      <dsp:nvSpPr>
        <dsp:cNvPr id="0" name=""/>
        <dsp:cNvSpPr/>
      </dsp:nvSpPr>
      <dsp:spPr>
        <a:xfrm>
          <a:off x="1600" y="3113023"/>
          <a:ext cx="2538933" cy="9419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8920" tIns="248920" rIns="248920" bIns="0" numCol="1" spcCol="1270" anchor="t" anchorCtr="0">
          <a:noAutofit/>
        </a:bodyPr>
        <a:lstStyle/>
        <a:p>
          <a:pPr lvl="0" algn="ctr" defTabSz="1555750">
            <a:lnSpc>
              <a:spcPct val="90000"/>
            </a:lnSpc>
            <a:spcBef>
              <a:spcPct val="0"/>
            </a:spcBef>
            <a:spcAft>
              <a:spcPct val="35000"/>
            </a:spcAft>
          </a:pPr>
          <a:r>
            <a:rPr lang="en-US" sz="3500" b="1" kern="1200" dirty="0" smtClean="0"/>
            <a:t>Movement</a:t>
          </a:r>
          <a:endParaRPr lang="en-US" sz="3500" b="1" kern="1200" dirty="0"/>
        </a:p>
      </dsp:txBody>
      <dsp:txXfrm>
        <a:off x="1600" y="3113023"/>
        <a:ext cx="2538933" cy="941944"/>
      </dsp:txXfrm>
    </dsp:sp>
    <dsp:sp modelId="{4B733CB5-65BC-464B-B009-699ED871A0BB}">
      <dsp:nvSpPr>
        <dsp:cNvPr id="0" name=""/>
        <dsp:cNvSpPr/>
      </dsp:nvSpPr>
      <dsp:spPr>
        <a:xfrm>
          <a:off x="2794533" y="1363698"/>
          <a:ext cx="2538933" cy="1749324"/>
        </a:xfrm>
        <a:prstGeom prst="roundRect">
          <a:avLst/>
        </a:prstGeom>
        <a:blipFill rotWithShape="1">
          <a:blip xmlns:r="http://schemas.openxmlformats.org/officeDocument/2006/relationships" r:embed="rId2">
            <a:duotone>
              <a:schemeClr val="accent1">
                <a:shade val="45000"/>
                <a:satMod val="135000"/>
              </a:schemeClr>
              <a:prstClr val="white"/>
            </a:duotone>
          </a:blip>
          <a:stretch>
            <a:fillRect/>
          </a:stretch>
        </a:blipFill>
        <a:ln>
          <a:noFill/>
        </a:ln>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dsp:spPr>
      <dsp:style>
        <a:lnRef idx="0">
          <a:scrgbClr r="0" g="0" b="0"/>
        </a:lnRef>
        <a:fillRef idx="3">
          <a:scrgbClr r="0" g="0" b="0"/>
        </a:fillRef>
        <a:effectRef idx="3">
          <a:scrgbClr r="0" g="0" b="0"/>
        </a:effectRef>
        <a:fontRef idx="minor">
          <a:schemeClr val="lt1"/>
        </a:fontRef>
      </dsp:style>
    </dsp:sp>
    <dsp:sp modelId="{2B04EDCB-5A7B-4A1D-BAEF-9E601EA93DA8}">
      <dsp:nvSpPr>
        <dsp:cNvPr id="0" name=""/>
        <dsp:cNvSpPr/>
      </dsp:nvSpPr>
      <dsp:spPr>
        <a:xfrm>
          <a:off x="2794533" y="3113023"/>
          <a:ext cx="2538933" cy="9419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7584" tIns="227584" rIns="227584" bIns="0" numCol="1" spcCol="1270" anchor="t" anchorCtr="0">
          <a:noAutofit/>
        </a:bodyPr>
        <a:lstStyle/>
        <a:p>
          <a:pPr lvl="0" algn="ctr" defTabSz="1422400">
            <a:lnSpc>
              <a:spcPct val="90000"/>
            </a:lnSpc>
            <a:spcBef>
              <a:spcPct val="0"/>
            </a:spcBef>
            <a:spcAft>
              <a:spcPct val="35000"/>
            </a:spcAft>
          </a:pPr>
          <a:r>
            <a:rPr lang="en-US" sz="3200" b="1" kern="1200" dirty="0" smtClean="0"/>
            <a:t>Perception</a:t>
          </a:r>
          <a:endParaRPr lang="en-US" sz="3200" b="1" kern="1200" dirty="0"/>
        </a:p>
      </dsp:txBody>
      <dsp:txXfrm>
        <a:off x="2794533" y="3113023"/>
        <a:ext cx="2538933" cy="941944"/>
      </dsp:txXfrm>
    </dsp:sp>
    <dsp:sp modelId="{46E8EABD-D9EE-4F9F-ACFD-6FF48DBA5F46}">
      <dsp:nvSpPr>
        <dsp:cNvPr id="0" name=""/>
        <dsp:cNvSpPr/>
      </dsp:nvSpPr>
      <dsp:spPr>
        <a:xfrm>
          <a:off x="5587466" y="1363698"/>
          <a:ext cx="2538933" cy="1749324"/>
        </a:xfrm>
        <a:prstGeom prst="roundRect">
          <a:avLst/>
        </a:prstGeom>
        <a:blipFill rotWithShape="1">
          <a:blip xmlns:r="http://schemas.openxmlformats.org/officeDocument/2006/relationships" r:embed="rId3">
            <a:duotone>
              <a:schemeClr val="accent1">
                <a:shade val="45000"/>
                <a:satMod val="135000"/>
              </a:schemeClr>
              <a:prstClr val="white"/>
            </a:duotone>
          </a:blip>
          <a:stretch>
            <a:fillRect/>
          </a:stretch>
        </a:blipFill>
        <a:ln>
          <a:noFill/>
        </a:ln>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dsp:spPr>
      <dsp:style>
        <a:lnRef idx="0">
          <a:scrgbClr r="0" g="0" b="0"/>
        </a:lnRef>
        <a:fillRef idx="3">
          <a:scrgbClr r="0" g="0" b="0"/>
        </a:fillRef>
        <a:effectRef idx="3">
          <a:scrgbClr r="0" g="0" b="0"/>
        </a:effectRef>
        <a:fontRef idx="minor">
          <a:schemeClr val="lt1"/>
        </a:fontRef>
      </dsp:style>
    </dsp:sp>
    <dsp:sp modelId="{51DB55B0-96FF-4039-B28F-28D5E503CB27}">
      <dsp:nvSpPr>
        <dsp:cNvPr id="0" name=""/>
        <dsp:cNvSpPr/>
      </dsp:nvSpPr>
      <dsp:spPr>
        <a:xfrm>
          <a:off x="5587466" y="3113023"/>
          <a:ext cx="2538933" cy="9419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8920" tIns="248920" rIns="248920" bIns="0" numCol="1" spcCol="1270" anchor="t" anchorCtr="0">
          <a:noAutofit/>
        </a:bodyPr>
        <a:lstStyle/>
        <a:p>
          <a:pPr lvl="0" algn="ctr" defTabSz="1555750">
            <a:lnSpc>
              <a:spcPct val="90000"/>
            </a:lnSpc>
            <a:spcBef>
              <a:spcPct val="0"/>
            </a:spcBef>
            <a:spcAft>
              <a:spcPct val="35000"/>
            </a:spcAft>
          </a:pPr>
          <a:r>
            <a:rPr lang="en-US" sz="3500" b="1" kern="1200" dirty="0" smtClean="0"/>
            <a:t>Decision</a:t>
          </a:r>
          <a:endParaRPr lang="en-US" sz="3500" b="1" kern="1200" dirty="0"/>
        </a:p>
      </dsp:txBody>
      <dsp:txXfrm>
        <a:off x="5587466" y="3113023"/>
        <a:ext cx="2538933" cy="94194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BCAFF3-E273-4867-B6C8-B6D0EBAA2DBC}">
      <dsp:nvSpPr>
        <dsp:cNvPr id="0" name=""/>
        <dsp:cNvSpPr/>
      </dsp:nvSpPr>
      <dsp:spPr>
        <a:xfrm>
          <a:off x="3789" y="1523165"/>
          <a:ext cx="2547483" cy="2158466"/>
        </a:xfrm>
        <a:prstGeom prst="rect">
          <a:avLst/>
        </a:prstGeom>
        <a:blipFill rotWithShape="1">
          <a:blip xmlns:r="http://schemas.openxmlformats.org/officeDocument/2006/relationships" r:embed="rId1"/>
          <a:stretch>
            <a:fillRect/>
          </a:stretch>
        </a:blipFill>
        <a:ln w="12700" cap="flat" cmpd="sng" algn="ctr">
          <a:solidFill>
            <a:schemeClr val="lt1">
              <a:hueOff val="0"/>
              <a:satOff val="0"/>
              <a:lumOff val="0"/>
              <a:alphaOff val="0"/>
            </a:schemeClr>
          </a:solidFill>
          <a:prstDash val="solid"/>
        </a:ln>
        <a:effectLst/>
      </dsp:spPr>
      <dsp:style>
        <a:lnRef idx="1">
          <a:scrgbClr r="0" g="0" b="0"/>
        </a:lnRef>
        <a:fillRef idx="1">
          <a:scrgbClr r="0" g="0" b="0"/>
        </a:fillRef>
        <a:effectRef idx="1">
          <a:scrgbClr r="0" g="0" b="0"/>
        </a:effectRef>
        <a:fontRef idx="minor"/>
      </dsp:style>
    </dsp:sp>
    <dsp:sp modelId="{321F0E94-FC9B-45C7-9E9F-6A529ECFF61A}">
      <dsp:nvSpPr>
        <dsp:cNvPr id="0" name=""/>
        <dsp:cNvSpPr/>
      </dsp:nvSpPr>
      <dsp:spPr>
        <a:xfrm>
          <a:off x="3789" y="1111592"/>
          <a:ext cx="2547483" cy="371679"/>
        </a:xfrm>
        <a:prstGeom prst="rect">
          <a:avLst/>
        </a:prstGeom>
        <a:gradFill rotWithShape="0">
          <a:gsLst>
            <a:gs pos="0">
              <a:schemeClr val="accent1">
                <a:hueOff val="0"/>
                <a:satOff val="0"/>
                <a:lumOff val="0"/>
                <a:alphaOff val="0"/>
                <a:tint val="65000"/>
                <a:shade val="92000"/>
                <a:satMod val="130000"/>
              </a:schemeClr>
            </a:gs>
            <a:gs pos="45000">
              <a:schemeClr val="accent1">
                <a:hueOff val="0"/>
                <a:satOff val="0"/>
                <a:lumOff val="0"/>
                <a:alphaOff val="0"/>
                <a:tint val="60000"/>
                <a:shade val="99000"/>
                <a:satMod val="120000"/>
              </a:schemeClr>
            </a:gs>
            <a:gs pos="100000">
              <a:schemeClr val="accent1">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kern="1200" smtClean="0"/>
            <a:t>Kinematics Model</a:t>
          </a:r>
          <a:endParaRPr lang="en-US" sz="1600" kern="1200" dirty="0"/>
        </a:p>
      </dsp:txBody>
      <dsp:txXfrm>
        <a:off x="3789" y="1111592"/>
        <a:ext cx="2547483" cy="371679"/>
      </dsp:txXfrm>
    </dsp:sp>
    <dsp:sp modelId="{BD599086-7D5B-4870-9457-8241DA18BF9F}">
      <dsp:nvSpPr>
        <dsp:cNvPr id="0" name=""/>
        <dsp:cNvSpPr/>
      </dsp:nvSpPr>
      <dsp:spPr>
        <a:xfrm>
          <a:off x="4040965" y="1523165"/>
          <a:ext cx="2547483" cy="2158466"/>
        </a:xfrm>
        <a:prstGeom prst="rect">
          <a:avLst/>
        </a:prstGeom>
        <a:blipFill rotWithShape="1">
          <a:blip xmlns:r="http://schemas.openxmlformats.org/officeDocument/2006/relationships" r:embed="rId2"/>
          <a:stretch>
            <a:fillRect/>
          </a:stretch>
        </a:blipFill>
        <a:ln w="12700" cap="flat" cmpd="sng" algn="ctr">
          <a:solidFill>
            <a:schemeClr val="lt1">
              <a:hueOff val="0"/>
              <a:satOff val="0"/>
              <a:lumOff val="0"/>
              <a:alphaOff val="0"/>
            </a:schemeClr>
          </a:solidFill>
          <a:prstDash val="solid"/>
        </a:ln>
        <a:effectLst/>
      </dsp:spPr>
      <dsp:style>
        <a:lnRef idx="1">
          <a:scrgbClr r="0" g="0" b="0"/>
        </a:lnRef>
        <a:fillRef idx="1">
          <a:scrgbClr r="0" g="0" b="0"/>
        </a:fillRef>
        <a:effectRef idx="1">
          <a:scrgbClr r="0" g="0" b="0"/>
        </a:effectRef>
        <a:fontRef idx="minor"/>
      </dsp:style>
    </dsp:sp>
    <dsp:sp modelId="{A6CDE231-E24F-4174-A04C-1EE80253C68D}">
      <dsp:nvSpPr>
        <dsp:cNvPr id="0" name=""/>
        <dsp:cNvSpPr/>
      </dsp:nvSpPr>
      <dsp:spPr>
        <a:xfrm>
          <a:off x="4040965" y="1111592"/>
          <a:ext cx="2547483" cy="371679"/>
        </a:xfrm>
        <a:prstGeom prst="rect">
          <a:avLst/>
        </a:prstGeom>
        <a:gradFill rotWithShape="0">
          <a:gsLst>
            <a:gs pos="0">
              <a:schemeClr val="accent1">
                <a:hueOff val="0"/>
                <a:satOff val="0"/>
                <a:lumOff val="0"/>
                <a:alphaOff val="0"/>
                <a:tint val="65000"/>
                <a:shade val="92000"/>
                <a:satMod val="130000"/>
              </a:schemeClr>
            </a:gs>
            <a:gs pos="45000">
              <a:schemeClr val="accent1">
                <a:hueOff val="0"/>
                <a:satOff val="0"/>
                <a:lumOff val="0"/>
                <a:alphaOff val="0"/>
                <a:tint val="60000"/>
                <a:shade val="99000"/>
                <a:satMod val="120000"/>
              </a:schemeClr>
            </a:gs>
            <a:gs pos="100000">
              <a:schemeClr val="accent1">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kern="1200" smtClean="0"/>
            <a:t>Dynamics Model</a:t>
          </a:r>
          <a:endParaRPr lang="en-US" sz="1600" kern="1200" dirty="0"/>
        </a:p>
      </dsp:txBody>
      <dsp:txXfrm>
        <a:off x="4040965" y="1111592"/>
        <a:ext cx="2547483" cy="371679"/>
      </dsp:txXfrm>
    </dsp:sp>
    <dsp:sp modelId="{4FB14659-D3B2-415D-9445-B10C7DFAB5E6}">
      <dsp:nvSpPr>
        <dsp:cNvPr id="0" name=""/>
        <dsp:cNvSpPr/>
      </dsp:nvSpPr>
      <dsp:spPr>
        <a:xfrm>
          <a:off x="8078141" y="1523165"/>
          <a:ext cx="2547483" cy="2158466"/>
        </a:xfrm>
        <a:prstGeom prst="rect">
          <a:avLst/>
        </a:prstGeom>
        <a:blipFill rotWithShape="1">
          <a:blip xmlns:r="http://schemas.openxmlformats.org/officeDocument/2006/relationships" r:embed="rId3"/>
          <a:stretch>
            <a:fillRect/>
          </a:stretch>
        </a:blipFill>
        <a:ln w="12700" cap="flat" cmpd="sng" algn="ctr">
          <a:solidFill>
            <a:schemeClr val="lt1">
              <a:hueOff val="0"/>
              <a:satOff val="0"/>
              <a:lumOff val="0"/>
              <a:alphaOff val="0"/>
            </a:schemeClr>
          </a:solidFill>
          <a:prstDash val="solid"/>
        </a:ln>
        <a:effectLst/>
      </dsp:spPr>
      <dsp:style>
        <a:lnRef idx="1">
          <a:scrgbClr r="0" g="0" b="0"/>
        </a:lnRef>
        <a:fillRef idx="1">
          <a:scrgbClr r="0" g="0" b="0"/>
        </a:fillRef>
        <a:effectRef idx="1">
          <a:scrgbClr r="0" g="0" b="0"/>
        </a:effectRef>
        <a:fontRef idx="minor"/>
      </dsp:style>
    </dsp:sp>
    <dsp:sp modelId="{A7538DF1-991A-42EC-9240-57942CA047D6}">
      <dsp:nvSpPr>
        <dsp:cNvPr id="0" name=""/>
        <dsp:cNvSpPr/>
      </dsp:nvSpPr>
      <dsp:spPr>
        <a:xfrm>
          <a:off x="8078141" y="1111592"/>
          <a:ext cx="2547483" cy="371679"/>
        </a:xfrm>
        <a:prstGeom prst="rect">
          <a:avLst/>
        </a:prstGeom>
        <a:gradFill rotWithShape="0">
          <a:gsLst>
            <a:gs pos="0">
              <a:schemeClr val="accent1">
                <a:hueOff val="0"/>
                <a:satOff val="0"/>
                <a:lumOff val="0"/>
                <a:alphaOff val="0"/>
                <a:tint val="65000"/>
                <a:shade val="92000"/>
                <a:satMod val="130000"/>
              </a:schemeClr>
            </a:gs>
            <a:gs pos="45000">
              <a:schemeClr val="accent1">
                <a:hueOff val="0"/>
                <a:satOff val="0"/>
                <a:lumOff val="0"/>
                <a:alphaOff val="0"/>
                <a:tint val="60000"/>
                <a:shade val="99000"/>
                <a:satMod val="120000"/>
              </a:schemeClr>
            </a:gs>
            <a:gs pos="100000">
              <a:schemeClr val="accent1">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kern="1200" smtClean="0"/>
            <a:t>Motion Analysis and Control</a:t>
          </a:r>
          <a:endParaRPr lang="en-US" sz="1600" kern="1200" dirty="0"/>
        </a:p>
      </dsp:txBody>
      <dsp:txXfrm>
        <a:off x="8078141" y="1111592"/>
        <a:ext cx="2547483" cy="37167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8D77CE-2DA1-4074-B1AA-6B146085AAF9}">
      <dsp:nvSpPr>
        <dsp:cNvPr id="0" name=""/>
        <dsp:cNvSpPr/>
      </dsp:nvSpPr>
      <dsp:spPr>
        <a:xfrm>
          <a:off x="5807" y="1185120"/>
          <a:ext cx="2905746" cy="2462021"/>
        </a:xfrm>
        <a:prstGeom prst="rect">
          <a:avLst/>
        </a:prstGeom>
        <a:blipFill rotWithShape="1">
          <a:blip xmlns:r="http://schemas.openxmlformats.org/officeDocument/2006/relationships" r:embed="rId1"/>
          <a:stretch>
            <a:fillRect/>
          </a:stretch>
        </a:blipFill>
        <a:ln w="12700" cap="flat" cmpd="sng" algn="ctr">
          <a:solidFill>
            <a:schemeClr val="lt1">
              <a:hueOff val="0"/>
              <a:satOff val="0"/>
              <a:lumOff val="0"/>
              <a:alphaOff val="0"/>
            </a:schemeClr>
          </a:solidFill>
          <a:prstDash val="solid"/>
        </a:ln>
        <a:effectLst/>
      </dsp:spPr>
      <dsp:style>
        <a:lnRef idx="1">
          <a:scrgbClr r="0" g="0" b="0"/>
        </a:lnRef>
        <a:fillRef idx="1">
          <a:scrgbClr r="0" g="0" b="0"/>
        </a:fillRef>
        <a:effectRef idx="1">
          <a:scrgbClr r="0" g="0" b="0"/>
        </a:effectRef>
        <a:fontRef idx="minor"/>
      </dsp:style>
    </dsp:sp>
    <dsp:sp modelId="{EC8D5DE8-BF55-4DDF-9FD7-93D671A22DC0}">
      <dsp:nvSpPr>
        <dsp:cNvPr id="0" name=""/>
        <dsp:cNvSpPr/>
      </dsp:nvSpPr>
      <dsp:spPr>
        <a:xfrm>
          <a:off x="5807" y="715666"/>
          <a:ext cx="2905746" cy="423950"/>
        </a:xfrm>
        <a:prstGeom prst="rect">
          <a:avLst/>
        </a:prstGeom>
        <a:gradFill rotWithShape="0">
          <a:gsLst>
            <a:gs pos="0">
              <a:schemeClr val="accent1">
                <a:hueOff val="0"/>
                <a:satOff val="0"/>
                <a:lumOff val="0"/>
                <a:alphaOff val="0"/>
                <a:tint val="65000"/>
                <a:shade val="92000"/>
                <a:satMod val="130000"/>
              </a:schemeClr>
            </a:gs>
            <a:gs pos="45000">
              <a:schemeClr val="accent1">
                <a:hueOff val="0"/>
                <a:satOff val="0"/>
                <a:lumOff val="0"/>
                <a:alphaOff val="0"/>
                <a:tint val="60000"/>
                <a:shade val="99000"/>
                <a:satMod val="120000"/>
              </a:schemeClr>
            </a:gs>
            <a:gs pos="100000">
              <a:schemeClr val="accent1">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390" tIns="72390" rIns="72390" bIns="72390" numCol="1" spcCol="1270" anchor="ctr" anchorCtr="0">
          <a:noAutofit/>
        </a:bodyPr>
        <a:lstStyle/>
        <a:p>
          <a:pPr lvl="0" algn="ctr" defTabSz="844550">
            <a:lnSpc>
              <a:spcPct val="90000"/>
            </a:lnSpc>
            <a:spcBef>
              <a:spcPct val="0"/>
            </a:spcBef>
            <a:spcAft>
              <a:spcPct val="35000"/>
            </a:spcAft>
          </a:pPr>
          <a:r>
            <a:rPr lang="en-US" sz="1900" kern="1200" smtClean="0"/>
            <a:t> Perception of Events</a:t>
          </a:r>
          <a:endParaRPr lang="en-US" sz="1900" kern="1200" dirty="0"/>
        </a:p>
      </dsp:txBody>
      <dsp:txXfrm>
        <a:off x="5807" y="715666"/>
        <a:ext cx="2905746" cy="423950"/>
      </dsp:txXfrm>
    </dsp:sp>
    <dsp:sp modelId="{5E7B9178-87DB-4D82-AC56-52999E27CDCC}">
      <dsp:nvSpPr>
        <dsp:cNvPr id="0" name=""/>
        <dsp:cNvSpPr/>
      </dsp:nvSpPr>
      <dsp:spPr>
        <a:xfrm>
          <a:off x="4469024" y="1185120"/>
          <a:ext cx="2905746" cy="2462021"/>
        </a:xfrm>
        <a:prstGeom prst="rect">
          <a:avLst/>
        </a:prstGeom>
        <a:blipFill rotWithShape="1">
          <a:blip xmlns:r="http://schemas.openxmlformats.org/officeDocument/2006/relationships" r:embed="rId2"/>
          <a:stretch>
            <a:fillRect/>
          </a:stretch>
        </a:blipFill>
        <a:ln w="12700" cap="flat" cmpd="sng" algn="ctr">
          <a:solidFill>
            <a:schemeClr val="lt1">
              <a:hueOff val="0"/>
              <a:satOff val="0"/>
              <a:lumOff val="0"/>
              <a:alphaOff val="0"/>
            </a:schemeClr>
          </a:solidFill>
          <a:prstDash val="solid"/>
        </a:ln>
        <a:effectLst/>
      </dsp:spPr>
      <dsp:style>
        <a:lnRef idx="1">
          <a:scrgbClr r="0" g="0" b="0"/>
        </a:lnRef>
        <a:fillRef idx="1">
          <a:scrgbClr r="0" g="0" b="0"/>
        </a:fillRef>
        <a:effectRef idx="1">
          <a:scrgbClr r="0" g="0" b="0"/>
        </a:effectRef>
        <a:fontRef idx="minor"/>
      </dsp:style>
    </dsp:sp>
    <dsp:sp modelId="{F5538B50-6021-4DA7-80E5-F2975B78F7B0}">
      <dsp:nvSpPr>
        <dsp:cNvPr id="0" name=""/>
        <dsp:cNvSpPr/>
      </dsp:nvSpPr>
      <dsp:spPr>
        <a:xfrm>
          <a:off x="4469024" y="715666"/>
          <a:ext cx="2905746" cy="423950"/>
        </a:xfrm>
        <a:prstGeom prst="rect">
          <a:avLst/>
        </a:prstGeom>
        <a:gradFill rotWithShape="0">
          <a:gsLst>
            <a:gs pos="0">
              <a:schemeClr val="accent1">
                <a:hueOff val="0"/>
                <a:satOff val="0"/>
                <a:lumOff val="0"/>
                <a:alphaOff val="0"/>
                <a:tint val="65000"/>
                <a:shade val="92000"/>
                <a:satMod val="130000"/>
              </a:schemeClr>
            </a:gs>
            <a:gs pos="45000">
              <a:schemeClr val="accent1">
                <a:hueOff val="0"/>
                <a:satOff val="0"/>
                <a:lumOff val="0"/>
                <a:alphaOff val="0"/>
                <a:tint val="60000"/>
                <a:shade val="99000"/>
                <a:satMod val="120000"/>
              </a:schemeClr>
            </a:gs>
            <a:gs pos="100000">
              <a:schemeClr val="accent1">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390" tIns="72390" rIns="72390" bIns="72390" numCol="1" spcCol="1270" anchor="ctr" anchorCtr="0">
          <a:noAutofit/>
        </a:bodyPr>
        <a:lstStyle/>
        <a:p>
          <a:pPr lvl="0" algn="ctr" defTabSz="844550">
            <a:lnSpc>
              <a:spcPct val="90000"/>
            </a:lnSpc>
            <a:spcBef>
              <a:spcPct val="0"/>
            </a:spcBef>
            <a:spcAft>
              <a:spcPct val="35000"/>
            </a:spcAft>
          </a:pPr>
          <a:r>
            <a:rPr lang="en-US" sz="1900" kern="1200" smtClean="0"/>
            <a:t>Decision Making</a:t>
          </a:r>
          <a:endParaRPr lang="en-US" sz="1900" kern="1200" dirty="0"/>
        </a:p>
      </dsp:txBody>
      <dsp:txXfrm>
        <a:off x="4469024" y="715666"/>
        <a:ext cx="2905746" cy="42395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C07283-54DF-4790-BED3-5C93C8975D6A}">
      <dsp:nvSpPr>
        <dsp:cNvPr id="0" name=""/>
        <dsp:cNvSpPr/>
      </dsp:nvSpPr>
      <dsp:spPr>
        <a:xfrm>
          <a:off x="1600" y="1363698"/>
          <a:ext cx="2538933" cy="1749324"/>
        </a:xfrm>
        <a:prstGeom prst="roundRect">
          <a:avLst/>
        </a:prstGeom>
        <a:blipFill dpi="0" rotWithShape="1">
          <a:blip xmlns:r="http://schemas.openxmlformats.org/officeDocument/2006/relationships" r:embed="rId1">
            <a:duotone>
              <a:schemeClr val="accent1">
                <a:shade val="45000"/>
                <a:satMod val="135000"/>
              </a:schemeClr>
              <a:prstClr val="white"/>
            </a:duotone>
          </a:blip>
          <a:srcRect/>
          <a:stretch>
            <a:fillRect l="-8573" t="1251" r="-116210" b="-1528"/>
          </a:stretch>
        </a:blipFill>
        <a:ln>
          <a:noFill/>
        </a:ln>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dsp:spPr>
      <dsp:style>
        <a:lnRef idx="0">
          <a:scrgbClr r="0" g="0" b="0"/>
        </a:lnRef>
        <a:fillRef idx="3">
          <a:scrgbClr r="0" g="0" b="0"/>
        </a:fillRef>
        <a:effectRef idx="3">
          <a:scrgbClr r="0" g="0" b="0"/>
        </a:effectRef>
        <a:fontRef idx="minor">
          <a:schemeClr val="lt1"/>
        </a:fontRef>
      </dsp:style>
    </dsp:sp>
    <dsp:sp modelId="{4975F7DD-CC10-4BAF-A03C-235BA1BCE027}">
      <dsp:nvSpPr>
        <dsp:cNvPr id="0" name=""/>
        <dsp:cNvSpPr/>
      </dsp:nvSpPr>
      <dsp:spPr>
        <a:xfrm>
          <a:off x="1600" y="3113023"/>
          <a:ext cx="2538933" cy="9419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128" tIns="135128" rIns="135128" bIns="0" numCol="1" spcCol="1270" anchor="t" anchorCtr="0">
          <a:noAutofit/>
        </a:bodyPr>
        <a:lstStyle/>
        <a:p>
          <a:pPr lvl="0" algn="ctr" defTabSz="844550">
            <a:lnSpc>
              <a:spcPct val="90000"/>
            </a:lnSpc>
            <a:spcBef>
              <a:spcPct val="0"/>
            </a:spcBef>
            <a:spcAft>
              <a:spcPct val="35000"/>
            </a:spcAft>
          </a:pPr>
          <a:r>
            <a:rPr lang="en-US" sz="1900" b="1" kern="1200" dirty="0" smtClean="0"/>
            <a:t>Increase Motion Stability Under Disturbances</a:t>
          </a:r>
          <a:endParaRPr lang="en-US" sz="1900" b="1" kern="1200" dirty="0"/>
        </a:p>
      </dsp:txBody>
      <dsp:txXfrm>
        <a:off x="1600" y="3113023"/>
        <a:ext cx="2538933" cy="941944"/>
      </dsp:txXfrm>
    </dsp:sp>
    <dsp:sp modelId="{4B733CB5-65BC-464B-B009-699ED871A0BB}">
      <dsp:nvSpPr>
        <dsp:cNvPr id="0" name=""/>
        <dsp:cNvSpPr/>
      </dsp:nvSpPr>
      <dsp:spPr>
        <a:xfrm>
          <a:off x="2794533" y="1363698"/>
          <a:ext cx="2538933" cy="1749324"/>
        </a:xfrm>
        <a:prstGeom prst="roundRect">
          <a:avLst/>
        </a:prstGeom>
        <a:blipFill rotWithShape="1">
          <a:blip xmlns:r="http://schemas.openxmlformats.org/officeDocument/2006/relationships" r:embed="rId2">
            <a:duotone>
              <a:schemeClr val="accent1">
                <a:shade val="45000"/>
                <a:satMod val="135000"/>
              </a:schemeClr>
              <a:prstClr val="white"/>
            </a:duotone>
          </a:blip>
          <a:stretch>
            <a:fillRect/>
          </a:stretch>
        </a:blipFill>
        <a:ln>
          <a:noFill/>
        </a:ln>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dsp:spPr>
      <dsp:style>
        <a:lnRef idx="0">
          <a:scrgbClr r="0" g="0" b="0"/>
        </a:lnRef>
        <a:fillRef idx="3">
          <a:scrgbClr r="0" g="0" b="0"/>
        </a:fillRef>
        <a:effectRef idx="3">
          <a:scrgbClr r="0" g="0" b="0"/>
        </a:effectRef>
        <a:fontRef idx="minor">
          <a:schemeClr val="lt1"/>
        </a:fontRef>
      </dsp:style>
    </dsp:sp>
    <dsp:sp modelId="{2B04EDCB-5A7B-4A1D-BAEF-9E601EA93DA8}">
      <dsp:nvSpPr>
        <dsp:cNvPr id="0" name=""/>
        <dsp:cNvSpPr/>
      </dsp:nvSpPr>
      <dsp:spPr>
        <a:xfrm>
          <a:off x="2794533" y="3113023"/>
          <a:ext cx="2538933" cy="9419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0" numCol="1" spcCol="1270" anchor="t" anchorCtr="0">
          <a:noAutofit/>
        </a:bodyPr>
        <a:lstStyle/>
        <a:p>
          <a:pPr lvl="0" algn="ctr" defTabSz="800100">
            <a:lnSpc>
              <a:spcPct val="90000"/>
            </a:lnSpc>
            <a:spcBef>
              <a:spcPct val="0"/>
            </a:spcBef>
            <a:spcAft>
              <a:spcPct val="35000"/>
            </a:spcAft>
          </a:pPr>
          <a:r>
            <a:rPr lang="en-US" sz="1800" b="1" kern="1200" dirty="0" smtClean="0"/>
            <a:t>Enhance Perception of Events with and without sensors</a:t>
          </a:r>
          <a:endParaRPr lang="en-US" sz="1800" b="1" kern="1200" dirty="0"/>
        </a:p>
      </dsp:txBody>
      <dsp:txXfrm>
        <a:off x="2794533" y="3113023"/>
        <a:ext cx="2538933" cy="941944"/>
      </dsp:txXfrm>
    </dsp:sp>
    <dsp:sp modelId="{46E8EABD-D9EE-4F9F-ACFD-6FF48DBA5F46}">
      <dsp:nvSpPr>
        <dsp:cNvPr id="0" name=""/>
        <dsp:cNvSpPr/>
      </dsp:nvSpPr>
      <dsp:spPr>
        <a:xfrm>
          <a:off x="5587466" y="1363698"/>
          <a:ext cx="2538933" cy="1749324"/>
        </a:xfrm>
        <a:prstGeom prst="roundRect">
          <a:avLst/>
        </a:prstGeom>
        <a:blipFill rotWithShape="1">
          <a:blip xmlns:r="http://schemas.openxmlformats.org/officeDocument/2006/relationships" r:embed="rId3">
            <a:duotone>
              <a:schemeClr val="accent1">
                <a:shade val="45000"/>
                <a:satMod val="135000"/>
              </a:schemeClr>
              <a:prstClr val="white"/>
            </a:duotone>
          </a:blip>
          <a:stretch>
            <a:fillRect/>
          </a:stretch>
        </a:blipFill>
        <a:ln>
          <a:noFill/>
        </a:ln>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dsp:spPr>
      <dsp:style>
        <a:lnRef idx="0">
          <a:scrgbClr r="0" g="0" b="0"/>
        </a:lnRef>
        <a:fillRef idx="3">
          <a:scrgbClr r="0" g="0" b="0"/>
        </a:fillRef>
        <a:effectRef idx="3">
          <a:scrgbClr r="0" g="0" b="0"/>
        </a:effectRef>
        <a:fontRef idx="minor">
          <a:schemeClr val="lt1"/>
        </a:fontRef>
      </dsp:style>
    </dsp:sp>
    <dsp:sp modelId="{51DB55B0-96FF-4039-B28F-28D5E503CB27}">
      <dsp:nvSpPr>
        <dsp:cNvPr id="0" name=""/>
        <dsp:cNvSpPr/>
      </dsp:nvSpPr>
      <dsp:spPr>
        <a:xfrm>
          <a:off x="5587466" y="3113023"/>
          <a:ext cx="2538933" cy="9419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128" tIns="135128" rIns="135128" bIns="0" numCol="1" spcCol="1270" anchor="t" anchorCtr="0">
          <a:noAutofit/>
        </a:bodyPr>
        <a:lstStyle/>
        <a:p>
          <a:pPr lvl="0" algn="ctr" defTabSz="844550">
            <a:lnSpc>
              <a:spcPct val="90000"/>
            </a:lnSpc>
            <a:spcBef>
              <a:spcPct val="0"/>
            </a:spcBef>
            <a:spcAft>
              <a:spcPct val="35000"/>
            </a:spcAft>
          </a:pPr>
          <a:r>
            <a:rPr lang="en-US" sz="1900" b="1" kern="1200" dirty="0" smtClean="0"/>
            <a:t>Taking the best Decision</a:t>
          </a:r>
          <a:endParaRPr lang="en-US" sz="1900" b="1" kern="1200" dirty="0"/>
        </a:p>
      </dsp:txBody>
      <dsp:txXfrm>
        <a:off x="5587466" y="3113023"/>
        <a:ext cx="2538933" cy="94194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2AB3B4-5B83-474F-90B3-8DB33CFA3D3F}">
      <dsp:nvSpPr>
        <dsp:cNvPr id="0" name=""/>
        <dsp:cNvSpPr/>
      </dsp:nvSpPr>
      <dsp:spPr>
        <a:xfrm>
          <a:off x="0" y="0"/>
          <a:ext cx="10058399" cy="0"/>
        </a:xfrm>
        <a:prstGeom prst="line">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w="12700" cap="flat" cmpd="sng" algn="ctr">
          <a:solidFill>
            <a:schemeClr val="accent1">
              <a:hueOff val="0"/>
              <a:satOff val="0"/>
              <a:lumOff val="0"/>
              <a:alphaOff val="0"/>
            </a:schemeClr>
          </a:solidFill>
          <a:prstDash val="solid"/>
        </a:ln>
        <a:effectLst>
          <a:outerShdw blurRad="38100" dist="25400" dir="2700000" algn="br" rotWithShape="0">
            <a:srgbClr val="000000">
              <a:alpha val="60000"/>
            </a:srgbClr>
          </a:outerShdw>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sp>
    <dsp:sp modelId="{62528B00-E0FF-4E86-99D3-C4048284ECBD}">
      <dsp:nvSpPr>
        <dsp:cNvPr id="0" name=""/>
        <dsp:cNvSpPr/>
      </dsp:nvSpPr>
      <dsp:spPr>
        <a:xfrm>
          <a:off x="0" y="0"/>
          <a:ext cx="2011680" cy="40227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5740" tIns="205740" rIns="205740" bIns="205740" numCol="1" spcCol="1270" anchor="t" anchorCtr="0">
          <a:noAutofit/>
        </a:bodyPr>
        <a:lstStyle/>
        <a:p>
          <a:pPr lvl="0" algn="l" defTabSz="2400300">
            <a:lnSpc>
              <a:spcPct val="90000"/>
            </a:lnSpc>
            <a:spcBef>
              <a:spcPct val="0"/>
            </a:spcBef>
            <a:spcAft>
              <a:spcPct val="35000"/>
            </a:spcAft>
          </a:pPr>
          <a:r>
            <a:rPr lang="en-US" sz="5400" kern="1200" dirty="0" smtClean="0">
              <a:solidFill>
                <a:schemeClr val="bg1"/>
              </a:solidFill>
            </a:rPr>
            <a:t> </a:t>
          </a:r>
          <a:endParaRPr lang="en-US" sz="5400" kern="1200" dirty="0">
            <a:solidFill>
              <a:schemeClr val="bg1"/>
            </a:solidFill>
          </a:endParaRPr>
        </a:p>
      </dsp:txBody>
      <dsp:txXfrm>
        <a:off x="0" y="0"/>
        <a:ext cx="2011680" cy="4022725"/>
      </dsp:txXfrm>
    </dsp:sp>
    <dsp:sp modelId="{257FCD7A-971F-4679-8AC1-FCE700036DC8}">
      <dsp:nvSpPr>
        <dsp:cNvPr id="0" name=""/>
        <dsp:cNvSpPr/>
      </dsp:nvSpPr>
      <dsp:spPr>
        <a:xfrm>
          <a:off x="2162556" y="31673"/>
          <a:ext cx="7895844" cy="6334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lvl="0" algn="l" defTabSz="1244600">
            <a:lnSpc>
              <a:spcPct val="90000"/>
            </a:lnSpc>
            <a:spcBef>
              <a:spcPct val="0"/>
            </a:spcBef>
            <a:spcAft>
              <a:spcPct val="35000"/>
            </a:spcAft>
          </a:pPr>
          <a:r>
            <a:rPr lang="en-US" sz="2800" kern="1200" dirty="0" smtClean="0"/>
            <a:t>Humanoid Modeling</a:t>
          </a:r>
          <a:endParaRPr lang="en-US" sz="2800" kern="1200" dirty="0"/>
        </a:p>
      </dsp:txBody>
      <dsp:txXfrm>
        <a:off x="2162556" y="31673"/>
        <a:ext cx="7895844" cy="633461"/>
      </dsp:txXfrm>
    </dsp:sp>
    <dsp:sp modelId="{8D455B00-C8FE-4D03-B81D-F550310EEC26}">
      <dsp:nvSpPr>
        <dsp:cNvPr id="0" name=""/>
        <dsp:cNvSpPr/>
      </dsp:nvSpPr>
      <dsp:spPr>
        <a:xfrm>
          <a:off x="2011680" y="665134"/>
          <a:ext cx="8046720" cy="0"/>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a:sp3d z="127000" prstMaterial="matte"/>
      </dsp:spPr>
      <dsp:style>
        <a:lnRef idx="2">
          <a:scrgbClr r="0" g="0" b="0"/>
        </a:lnRef>
        <a:fillRef idx="1">
          <a:scrgbClr r="0" g="0" b="0"/>
        </a:fillRef>
        <a:effectRef idx="0">
          <a:scrgbClr r="0" g="0" b="0"/>
        </a:effectRef>
        <a:fontRef idx="minor"/>
      </dsp:style>
    </dsp:sp>
    <dsp:sp modelId="{F6DAA406-97B5-4EDC-92B6-A03596BDE0D8}">
      <dsp:nvSpPr>
        <dsp:cNvPr id="0" name=""/>
        <dsp:cNvSpPr/>
      </dsp:nvSpPr>
      <dsp:spPr>
        <a:xfrm>
          <a:off x="2162556" y="696807"/>
          <a:ext cx="7895844" cy="6334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lvl="0" algn="l" defTabSz="1244600">
            <a:lnSpc>
              <a:spcPct val="90000"/>
            </a:lnSpc>
            <a:spcBef>
              <a:spcPct val="0"/>
            </a:spcBef>
            <a:spcAft>
              <a:spcPct val="35000"/>
            </a:spcAft>
          </a:pPr>
          <a:r>
            <a:rPr lang="en-US" sz="2800" kern="1200" dirty="0" smtClean="0"/>
            <a:t>Motion Analysis</a:t>
          </a:r>
          <a:endParaRPr lang="en-US" sz="2800" kern="1200" dirty="0"/>
        </a:p>
      </dsp:txBody>
      <dsp:txXfrm>
        <a:off x="2162556" y="696807"/>
        <a:ext cx="7895844" cy="633461"/>
      </dsp:txXfrm>
    </dsp:sp>
    <dsp:sp modelId="{60AA0EB0-6090-4509-BB16-6251EC9D28E0}">
      <dsp:nvSpPr>
        <dsp:cNvPr id="0" name=""/>
        <dsp:cNvSpPr/>
      </dsp:nvSpPr>
      <dsp:spPr>
        <a:xfrm>
          <a:off x="2011680" y="1330268"/>
          <a:ext cx="8046720" cy="0"/>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a:sp3d z="127000" prstMaterial="matte"/>
      </dsp:spPr>
      <dsp:style>
        <a:lnRef idx="2">
          <a:scrgbClr r="0" g="0" b="0"/>
        </a:lnRef>
        <a:fillRef idx="1">
          <a:scrgbClr r="0" g="0" b="0"/>
        </a:fillRef>
        <a:effectRef idx="0">
          <a:scrgbClr r="0" g="0" b="0"/>
        </a:effectRef>
        <a:fontRef idx="minor"/>
      </dsp:style>
    </dsp:sp>
    <dsp:sp modelId="{55533E25-8A54-4155-BC4D-49359C8DCFCA}">
      <dsp:nvSpPr>
        <dsp:cNvPr id="0" name=""/>
        <dsp:cNvSpPr/>
      </dsp:nvSpPr>
      <dsp:spPr>
        <a:xfrm>
          <a:off x="2162556" y="1361941"/>
          <a:ext cx="7895844" cy="6334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lvl="0" algn="l" defTabSz="1244600">
            <a:lnSpc>
              <a:spcPct val="90000"/>
            </a:lnSpc>
            <a:spcBef>
              <a:spcPct val="0"/>
            </a:spcBef>
            <a:spcAft>
              <a:spcPct val="35000"/>
            </a:spcAft>
          </a:pPr>
          <a:r>
            <a:rPr lang="en-US" sz="2800" kern="1200" dirty="0" smtClean="0"/>
            <a:t>Stability Under Disturbances</a:t>
          </a:r>
          <a:endParaRPr lang="en-US" sz="2800" kern="1200" dirty="0"/>
        </a:p>
      </dsp:txBody>
      <dsp:txXfrm>
        <a:off x="2162556" y="1361941"/>
        <a:ext cx="7895844" cy="633461"/>
      </dsp:txXfrm>
    </dsp:sp>
    <dsp:sp modelId="{47EA68F6-6053-42BC-9BD9-CB1E300E8746}">
      <dsp:nvSpPr>
        <dsp:cNvPr id="0" name=""/>
        <dsp:cNvSpPr/>
      </dsp:nvSpPr>
      <dsp:spPr>
        <a:xfrm>
          <a:off x="2011680" y="1995403"/>
          <a:ext cx="8046720" cy="0"/>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a:sp3d z="127000" prstMaterial="matte"/>
      </dsp:spPr>
      <dsp:style>
        <a:lnRef idx="2">
          <a:scrgbClr r="0" g="0" b="0"/>
        </a:lnRef>
        <a:fillRef idx="1">
          <a:scrgbClr r="0" g="0" b="0"/>
        </a:fillRef>
        <a:effectRef idx="0">
          <a:scrgbClr r="0" g="0" b="0"/>
        </a:effectRef>
        <a:fontRef idx="minor"/>
      </dsp:style>
    </dsp:sp>
    <dsp:sp modelId="{535351D7-05DC-42FC-A3F5-CE82352A9A85}">
      <dsp:nvSpPr>
        <dsp:cNvPr id="0" name=""/>
        <dsp:cNvSpPr/>
      </dsp:nvSpPr>
      <dsp:spPr>
        <a:xfrm>
          <a:off x="2162556" y="2027076"/>
          <a:ext cx="7895844" cy="6334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lvl="0" algn="l" defTabSz="1244600">
            <a:lnSpc>
              <a:spcPct val="90000"/>
            </a:lnSpc>
            <a:spcBef>
              <a:spcPct val="0"/>
            </a:spcBef>
            <a:spcAft>
              <a:spcPct val="35000"/>
            </a:spcAft>
          </a:pPr>
          <a:r>
            <a:rPr lang="en-US" sz="2800" kern="1200" dirty="0" smtClean="0"/>
            <a:t>Disturbance Evaluation with Sensors</a:t>
          </a:r>
          <a:endParaRPr lang="en-US" sz="2800" kern="1200" dirty="0"/>
        </a:p>
      </dsp:txBody>
      <dsp:txXfrm>
        <a:off x="2162556" y="2027076"/>
        <a:ext cx="7895844" cy="633461"/>
      </dsp:txXfrm>
    </dsp:sp>
    <dsp:sp modelId="{E80875EF-CB53-4084-B630-2800D248964A}">
      <dsp:nvSpPr>
        <dsp:cNvPr id="0" name=""/>
        <dsp:cNvSpPr/>
      </dsp:nvSpPr>
      <dsp:spPr>
        <a:xfrm>
          <a:off x="2011680" y="2660537"/>
          <a:ext cx="8046720" cy="0"/>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a:sp3d z="127000" prstMaterial="matte"/>
      </dsp:spPr>
      <dsp:style>
        <a:lnRef idx="2">
          <a:scrgbClr r="0" g="0" b="0"/>
        </a:lnRef>
        <a:fillRef idx="1">
          <a:scrgbClr r="0" g="0" b="0"/>
        </a:fillRef>
        <a:effectRef idx="0">
          <a:scrgbClr r="0" g="0" b="0"/>
        </a:effectRef>
        <a:fontRef idx="minor"/>
      </dsp:style>
    </dsp:sp>
    <dsp:sp modelId="{1ECE1E60-EBAB-4D9C-BC30-C7148A744A38}">
      <dsp:nvSpPr>
        <dsp:cNvPr id="0" name=""/>
        <dsp:cNvSpPr/>
      </dsp:nvSpPr>
      <dsp:spPr>
        <a:xfrm>
          <a:off x="2162556" y="2692210"/>
          <a:ext cx="7895844" cy="6334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lvl="0" algn="l" defTabSz="1244600">
            <a:lnSpc>
              <a:spcPct val="90000"/>
            </a:lnSpc>
            <a:spcBef>
              <a:spcPct val="0"/>
            </a:spcBef>
            <a:spcAft>
              <a:spcPct val="35000"/>
            </a:spcAft>
          </a:pPr>
          <a:r>
            <a:rPr lang="en-US" sz="2800" kern="1200" dirty="0" smtClean="0"/>
            <a:t>Disturbance Evaluation without Sensors</a:t>
          </a:r>
          <a:endParaRPr lang="en-US" sz="2800" kern="1200" dirty="0"/>
        </a:p>
      </dsp:txBody>
      <dsp:txXfrm>
        <a:off x="2162556" y="2692210"/>
        <a:ext cx="7895844" cy="633461"/>
      </dsp:txXfrm>
    </dsp:sp>
    <dsp:sp modelId="{AE457168-E83F-4839-B1D0-FCCB0BFA088D}">
      <dsp:nvSpPr>
        <dsp:cNvPr id="0" name=""/>
        <dsp:cNvSpPr/>
      </dsp:nvSpPr>
      <dsp:spPr>
        <a:xfrm>
          <a:off x="2011680" y="3325672"/>
          <a:ext cx="8046720" cy="0"/>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a:sp3d z="127000" prstMaterial="matte"/>
      </dsp:spPr>
      <dsp:style>
        <a:lnRef idx="2">
          <a:scrgbClr r="0" g="0" b="0"/>
        </a:lnRef>
        <a:fillRef idx="1">
          <a:scrgbClr r="0" g="0" b="0"/>
        </a:fillRef>
        <a:effectRef idx="0">
          <a:scrgbClr r="0" g="0" b="0"/>
        </a:effectRef>
        <a:fontRef idx="minor"/>
      </dsp:style>
    </dsp:sp>
    <dsp:sp modelId="{D93E420E-9608-4D9F-9819-084F446B6ED7}">
      <dsp:nvSpPr>
        <dsp:cNvPr id="0" name=""/>
        <dsp:cNvSpPr/>
      </dsp:nvSpPr>
      <dsp:spPr>
        <a:xfrm>
          <a:off x="2162556" y="3357345"/>
          <a:ext cx="7895844" cy="6334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lvl="0" algn="l" defTabSz="1244600">
            <a:lnSpc>
              <a:spcPct val="90000"/>
            </a:lnSpc>
            <a:spcBef>
              <a:spcPct val="0"/>
            </a:spcBef>
            <a:spcAft>
              <a:spcPct val="35000"/>
            </a:spcAft>
          </a:pPr>
          <a:r>
            <a:rPr lang="en-US" sz="2800" kern="1200" dirty="0" smtClean="0"/>
            <a:t>Stability Control Algorithm</a:t>
          </a:r>
          <a:endParaRPr lang="en-US" sz="2800" kern="1200" dirty="0"/>
        </a:p>
      </dsp:txBody>
      <dsp:txXfrm>
        <a:off x="2162556" y="3357345"/>
        <a:ext cx="7895844" cy="633461"/>
      </dsp:txXfrm>
    </dsp:sp>
    <dsp:sp modelId="{E8BB4083-A72F-4A1E-9274-46CB5E3847C9}">
      <dsp:nvSpPr>
        <dsp:cNvPr id="0" name=""/>
        <dsp:cNvSpPr/>
      </dsp:nvSpPr>
      <dsp:spPr>
        <a:xfrm>
          <a:off x="2011680" y="3990806"/>
          <a:ext cx="8046720" cy="0"/>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a:sp3d z="127000" prstMaterial="matte"/>
      </dsp:spPr>
      <dsp:style>
        <a:lnRef idx="2">
          <a:scrgbClr r="0" g="0" b="0"/>
        </a:lnRef>
        <a:fillRef idx="1">
          <a:scrgbClr r="0" g="0" b="0"/>
        </a:fillRef>
        <a:effectRef idx="0">
          <a:scrgbClr r="0" g="0" b="0"/>
        </a:effectRef>
        <a:fontRef idx="minor"/>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3847FC-0DA4-468F-B37B-AB830D9110A8}">
      <dsp:nvSpPr>
        <dsp:cNvPr id="0" name=""/>
        <dsp:cNvSpPr/>
      </dsp:nvSpPr>
      <dsp:spPr>
        <a:xfrm>
          <a:off x="5445235" y="1971964"/>
          <a:ext cx="1629638" cy="1629722"/>
        </a:xfrm>
        <a:prstGeom prst="ellipse">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dsp:spPr>
      <dsp:style>
        <a:lnRef idx="0">
          <a:scrgbClr r="0" g="0" b="0"/>
        </a:lnRef>
        <a:fillRef idx="3">
          <a:scrgbClr r="0" g="0" b="0"/>
        </a:fillRef>
        <a:effectRef idx="3">
          <a:scrgbClr r="0" g="0" b="0"/>
        </a:effectRef>
        <a:fontRef idx="minor">
          <a:schemeClr val="lt1"/>
        </a:fontRef>
      </dsp:style>
    </dsp:sp>
    <dsp:sp modelId="{6E1F8390-E1E7-4435-A8D2-383F04E167F1}">
      <dsp:nvSpPr>
        <dsp:cNvPr id="0" name=""/>
        <dsp:cNvSpPr/>
      </dsp:nvSpPr>
      <dsp:spPr>
        <a:xfrm>
          <a:off x="5499743" y="2026298"/>
          <a:ext cx="1521322" cy="1521055"/>
        </a:xfrm>
        <a:prstGeom prst="ellipse">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a:outerShdw blurRad="38100" dist="25400" dir="2700000" algn="br" rotWithShape="0">
            <a:srgbClr val="000000">
              <a:alpha val="60000"/>
            </a:srgbClr>
          </a:outerShdw>
        </a:effectLst>
      </dsp:spPr>
      <dsp:style>
        <a:lnRef idx="1">
          <a:scrgbClr r="0" g="0" b="0"/>
        </a:lnRef>
        <a:fillRef idx="1">
          <a:scrgbClr r="0" g="0" b="0"/>
        </a:fillRef>
        <a:effectRef idx="2">
          <a:scrgbClr r="0" g="0" b="0"/>
        </a:effectRef>
        <a:fontRef idx="minor"/>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en-US" sz="1500" kern="1200" dirty="0" smtClean="0"/>
            <a:t>Response</a:t>
          </a:r>
          <a:endParaRPr lang="en-US" sz="1500" kern="1200" dirty="0"/>
        </a:p>
      </dsp:txBody>
      <dsp:txXfrm>
        <a:off x="5717075" y="2243632"/>
        <a:ext cx="1086658" cy="1086386"/>
      </dsp:txXfrm>
    </dsp:sp>
    <dsp:sp modelId="{082077BF-4478-485B-8A55-FC9C8DB73E0E}">
      <dsp:nvSpPr>
        <dsp:cNvPr id="0" name=""/>
        <dsp:cNvSpPr/>
      </dsp:nvSpPr>
      <dsp:spPr>
        <a:xfrm rot="2700000">
          <a:off x="3754087" y="1971850"/>
          <a:ext cx="1629665" cy="1629665"/>
        </a:xfrm>
        <a:prstGeom prst="teardrop">
          <a:avLst>
            <a:gd name="adj" fmla="val 100000"/>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dsp:spPr>
      <dsp:style>
        <a:lnRef idx="0">
          <a:scrgbClr r="0" g="0" b="0"/>
        </a:lnRef>
        <a:fillRef idx="3">
          <a:scrgbClr r="0" g="0" b="0"/>
        </a:fillRef>
        <a:effectRef idx="3">
          <a:scrgbClr r="0" g="0" b="0"/>
        </a:effectRef>
        <a:fontRef idx="minor">
          <a:schemeClr val="lt1"/>
        </a:fontRef>
      </dsp:style>
    </dsp:sp>
    <dsp:sp modelId="{D6E1A577-7671-4466-8157-412EAFD897C1}">
      <dsp:nvSpPr>
        <dsp:cNvPr id="0" name=""/>
        <dsp:cNvSpPr/>
      </dsp:nvSpPr>
      <dsp:spPr>
        <a:xfrm>
          <a:off x="3815597" y="2026298"/>
          <a:ext cx="1521322" cy="1521055"/>
        </a:xfrm>
        <a:prstGeom prst="ellipse">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a:outerShdw blurRad="38100" dist="25400" dir="2700000" algn="br" rotWithShape="0">
            <a:srgbClr val="000000">
              <a:alpha val="60000"/>
            </a:srgbClr>
          </a:outerShdw>
        </a:effectLst>
      </dsp:spPr>
      <dsp:style>
        <a:lnRef idx="1">
          <a:scrgbClr r="0" g="0" b="0"/>
        </a:lnRef>
        <a:fillRef idx="1">
          <a:scrgbClr r="0" g="0" b="0"/>
        </a:fillRef>
        <a:effectRef idx="2">
          <a:scrgbClr r="0" g="0" b="0"/>
        </a:effectRef>
        <a:fontRef idx="minor"/>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en-US" sz="1500" kern="1200" dirty="0" smtClean="0"/>
            <a:t>Disturbance Evaluation</a:t>
          </a:r>
          <a:endParaRPr lang="en-US" sz="1500" kern="1200" dirty="0"/>
        </a:p>
      </dsp:txBody>
      <dsp:txXfrm>
        <a:off x="4032928" y="2243632"/>
        <a:ext cx="1086658" cy="1086386"/>
      </dsp:txXfrm>
    </dsp:sp>
    <dsp:sp modelId="{FB412234-7E01-430E-B657-6A219BE47478}">
      <dsp:nvSpPr>
        <dsp:cNvPr id="0" name=""/>
        <dsp:cNvSpPr/>
      </dsp:nvSpPr>
      <dsp:spPr>
        <a:xfrm rot="2700000">
          <a:off x="2076929" y="1971850"/>
          <a:ext cx="1629665" cy="1629665"/>
        </a:xfrm>
        <a:prstGeom prst="teardrop">
          <a:avLst>
            <a:gd name="adj" fmla="val 100000"/>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dsp:spPr>
      <dsp:style>
        <a:lnRef idx="0">
          <a:scrgbClr r="0" g="0" b="0"/>
        </a:lnRef>
        <a:fillRef idx="3">
          <a:scrgbClr r="0" g="0" b="0"/>
        </a:fillRef>
        <a:effectRef idx="3">
          <a:scrgbClr r="0" g="0" b="0"/>
        </a:effectRef>
        <a:fontRef idx="minor">
          <a:schemeClr val="lt1"/>
        </a:fontRef>
      </dsp:style>
    </dsp:sp>
    <dsp:sp modelId="{DCAE2986-FA11-4F8C-A06F-83A9D25535C4}">
      <dsp:nvSpPr>
        <dsp:cNvPr id="0" name=""/>
        <dsp:cNvSpPr/>
      </dsp:nvSpPr>
      <dsp:spPr>
        <a:xfrm>
          <a:off x="2131450" y="2026298"/>
          <a:ext cx="1521322" cy="1521055"/>
        </a:xfrm>
        <a:prstGeom prst="ellipse">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a:outerShdw blurRad="38100" dist="25400" dir="2700000" algn="br" rotWithShape="0">
            <a:srgbClr val="000000">
              <a:alpha val="60000"/>
            </a:srgbClr>
          </a:outerShdw>
        </a:effectLst>
      </dsp:spPr>
      <dsp:style>
        <a:lnRef idx="1">
          <a:scrgbClr r="0" g="0" b="0"/>
        </a:lnRef>
        <a:fillRef idx="1">
          <a:scrgbClr r="0" g="0" b="0"/>
        </a:fillRef>
        <a:effectRef idx="2">
          <a:scrgbClr r="0" g="0" b="0"/>
        </a:effectRef>
        <a:fontRef idx="minor"/>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en-US" sz="1500" kern="1200" dirty="0" smtClean="0"/>
            <a:t>Stability Under Disturbances</a:t>
          </a:r>
          <a:endParaRPr lang="en-US" sz="1500" kern="1200" dirty="0"/>
        </a:p>
      </dsp:txBody>
      <dsp:txXfrm>
        <a:off x="2348782" y="2243632"/>
        <a:ext cx="1086658" cy="1086386"/>
      </dsp:txXfrm>
    </dsp:sp>
    <dsp:sp modelId="{6B48EE2A-228E-4E9C-9088-3363D94101CE}">
      <dsp:nvSpPr>
        <dsp:cNvPr id="0" name=""/>
        <dsp:cNvSpPr/>
      </dsp:nvSpPr>
      <dsp:spPr>
        <a:xfrm rot="2700000">
          <a:off x="392783" y="1971850"/>
          <a:ext cx="1629665" cy="1629665"/>
        </a:xfrm>
        <a:prstGeom prst="teardrop">
          <a:avLst>
            <a:gd name="adj" fmla="val 100000"/>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a:noFill/>
        </a:ln>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dsp:spPr>
      <dsp:style>
        <a:lnRef idx="0">
          <a:scrgbClr r="0" g="0" b="0"/>
        </a:lnRef>
        <a:fillRef idx="3">
          <a:scrgbClr r="0" g="0" b="0"/>
        </a:fillRef>
        <a:effectRef idx="3">
          <a:scrgbClr r="0" g="0" b="0"/>
        </a:effectRef>
        <a:fontRef idx="minor">
          <a:schemeClr val="lt1"/>
        </a:fontRef>
      </dsp:style>
    </dsp:sp>
    <dsp:sp modelId="{90A00264-11D5-4B16-BC61-F2B8189841E9}">
      <dsp:nvSpPr>
        <dsp:cNvPr id="0" name=""/>
        <dsp:cNvSpPr/>
      </dsp:nvSpPr>
      <dsp:spPr>
        <a:xfrm>
          <a:off x="447303" y="2026298"/>
          <a:ext cx="1521322" cy="1521055"/>
        </a:xfrm>
        <a:prstGeom prst="ellipse">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a:outerShdw blurRad="38100" dist="25400" dir="2700000" algn="br" rotWithShape="0">
            <a:srgbClr val="000000">
              <a:alpha val="60000"/>
            </a:srgbClr>
          </a:outerShdw>
        </a:effectLst>
      </dsp:spPr>
      <dsp:style>
        <a:lnRef idx="1">
          <a:scrgbClr r="0" g="0" b="0"/>
        </a:lnRef>
        <a:fillRef idx="1">
          <a:scrgbClr r="0" g="0" b="0"/>
        </a:fillRef>
        <a:effectRef idx="2">
          <a:scrgbClr r="0" g="0" b="0"/>
        </a:effectRef>
        <a:fontRef idx="minor"/>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en-US" sz="1500" kern="1200" dirty="0" smtClean="0"/>
            <a:t>Motion Control</a:t>
          </a:r>
          <a:endParaRPr lang="en-US" sz="1500" kern="1200" dirty="0"/>
        </a:p>
      </dsp:txBody>
      <dsp:txXfrm>
        <a:off x="664635" y="2243632"/>
        <a:ext cx="1086658" cy="1086386"/>
      </dsp:txXfrm>
    </dsp:sp>
  </dsp:spTree>
</dsp:drawing>
</file>

<file path=ppt/diagrams/layout1.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layout2.xml><?xml version="1.0" encoding="utf-8"?>
<dgm:layoutDef xmlns:dgm="http://schemas.openxmlformats.org/drawingml/2006/diagram" xmlns:a="http://schemas.openxmlformats.org/drawingml/2006/main" uniqueId="urn:microsoft.com/office/officeart/2005/8/layout/pList1">
  <dgm:title val=""/>
  <dgm:desc val=""/>
  <dgm:catLst>
    <dgm:cat type="list" pri="2000"/>
    <dgm:cat type="picture" pri="2500"/>
    <dgm:cat type="pictureconvert" pri="25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off" val="ctr"/>
          <dgm:param type="vertAlign" val="mid"/>
          <dgm:param type="horzAlign" val="ctr"/>
        </dgm:alg>
      </dgm:if>
      <dgm:else name="Name3">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1"/>
      <dgm:constr type="sp" refType="w" refFor="ch" refForName="compNode" op="equ" fact="0.1"/>
      <dgm:constr type="primFontSz" for="des" ptType="node" op="equ" val="65"/>
    </dgm:constrLst>
    <dgm:ruleLst/>
    <dgm:forEach name="Name4" axis="ch" ptType="node">
      <dgm:layoutNode name="compNode">
        <dgm:alg type="composite">
          <dgm:param type="ar" val="0.943"/>
        </dgm:alg>
        <dgm:shape xmlns:r="http://schemas.openxmlformats.org/officeDocument/2006/relationships" r:blip="">
          <dgm:adjLst/>
        </dgm:shape>
        <dgm:presOf axis="self"/>
        <dgm:constrLst>
          <dgm:constr type="h" refType="w" fact="1.06"/>
          <dgm:constr type="h" for="ch" forName="pictRect" refType="h" fact="0.65"/>
          <dgm:constr type="w" for="ch" forName="pictRect" refType="w"/>
          <dgm:constr type="l" for="ch" forName="pictRect"/>
          <dgm:constr type="t" for="ch" forName="pictRect"/>
          <dgm:constr type="w" for="ch" forName="textRect" refType="w"/>
          <dgm:constr type="h" for="ch" forName="textRect" refType="h" fact="0.35"/>
          <dgm:constr type="l" for="ch" forName="textRect"/>
          <dgm:constr type="t" for="ch" forName="textRect" refType="b" refFor="ch" refForName="pictRect"/>
        </dgm:constrLst>
        <dgm:ruleLst/>
        <dgm:layoutNode name="pictRect">
          <dgm:alg type="sp"/>
          <dgm:shape xmlns:r="http://schemas.openxmlformats.org/officeDocument/2006/relationships" type="roundRect" r:blip="" blipPhldr="1">
            <dgm:adjLst/>
          </dgm:shape>
          <dgm:presOf/>
          <dgm:constrLst/>
          <dgm:ruleLst/>
        </dgm:layoutNode>
        <dgm:layoutNode name="textRect" styleLbl="revTx">
          <dgm:varLst>
            <dgm:bulletEnabled val="1"/>
          </dgm:varLst>
          <dgm:alg type="tx">
            <dgm:param type="txAnchorVert" val="t"/>
          </dgm:alg>
          <dgm:shape xmlns:r="http://schemas.openxmlformats.org/officeDocument/2006/relationships" type="rect" r:blip="">
            <dgm:adjLst/>
          </dgm:shape>
          <dgm:presOf axis="desOrSelf" ptType="node"/>
          <dgm:constrLst>
            <dgm:constr type="bMarg"/>
          </dgm:constrLst>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TitledPictureBlocks">
  <dgm:title val=""/>
  <dgm:desc val=""/>
  <dgm:catLst>
    <dgm:cat type="picture" pri="10000"/>
    <dgm:cat type="pictureconvert" pri="100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60" srcId="0" destId="10" srcOrd="0" destOrd="0"/>
        <dgm:cxn modelId="12" srcId="10" destId="11" srcOrd="0" destOrd="0"/>
        <dgm:cxn modelId="7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 modelId="90" srcId="0" destId="40" srcOrd="3" destOrd="0"/>
        <dgm:cxn modelId="42" srcId="40" destId="41" srcOrd="0" destOrd="0"/>
      </dgm:cxnLst>
      <dgm:bg/>
      <dgm:whole/>
    </dgm:dataModel>
  </dgm:clrData>
  <dgm:layoutNode name="rootNode">
    <dgm:varLst>
      <dgm:chMax/>
      <dgm:chPref/>
      <dgm:dir/>
      <dgm:animLvl val="lvl"/>
    </dgm:varLst>
    <dgm:choose name="Name0">
      <dgm:if name="Name1" func="var" arg="dir" op="equ" val="norm">
        <dgm:alg type="snake">
          <dgm:param type="off" val="ctr"/>
          <dgm:param type="grDir" val="tL"/>
        </dgm:alg>
      </dgm:if>
      <dgm:else name="Name2">
        <dgm:alg type="snake">
          <dgm:param type="off" val="ctr"/>
          <dgm:param type="grDir" val="tR"/>
        </dgm:alg>
      </dgm:else>
    </dgm:choose>
    <dgm:shape xmlns:r="http://schemas.openxmlformats.org/officeDocument/2006/relationships" r:blip="">
      <dgm:adjLst/>
    </dgm:shape>
    <dgm:constrLst>
      <dgm:constr type="primFontSz" for="des" forName="ParentText" op="equ"/>
      <dgm:constr type="primFontSz" for="des" forName="ChildText" op="equ"/>
      <dgm:constr type="w" for="ch" forName="composite" refType="w"/>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1.3787"/>
        </dgm:alg>
        <dgm:shape xmlns:r="http://schemas.openxmlformats.org/officeDocument/2006/relationships" r:blip="">
          <dgm:adjLst/>
        </dgm:shape>
        <dgm:choose name="Name3">
          <dgm:if name="Name4" func="var" arg="dir" op="equ" val="norm">
            <dgm:constrLst>
              <dgm:constr type="l" for="ch" forName="ParentText" refType="w" fact="0"/>
              <dgm:constr type="t" for="ch" forName="ParentText" refType="h" fact="0"/>
              <dgm:constr type="w" for="ch" forName="ParentText" refType="w" fact="0.7457"/>
              <dgm:constr type="h" for="ch" forName="ParentText" refType="h" fact="0.15"/>
              <dgm:constr type="l" for="ch" forName="Image" refType="w" fact="0"/>
              <dgm:constr type="t" for="ch" forName="Image" refType="h" fact="0.1661"/>
              <dgm:constr type="w" for="ch" forName="Image" refType="w" fact="0.7457"/>
              <dgm:constr type="h" for="ch" forName="Image" refType="h" fact="0.8711"/>
              <dgm:constr type="l" for="ch" forName="ChildText" refType="w" fact="0.6464"/>
              <dgm:constr type="t" for="ch" forName="ChildText" refType="h" fact="0.288"/>
              <dgm:constr type="w" for="ch" forName="ChildText" refType="w" fact="0.3536"/>
              <dgm:constr type="h" for="ch" forName="ChildText" refType="h" fact="0.5074"/>
            </dgm:constrLst>
          </dgm:if>
          <dgm:else name="Name5">
            <dgm:constrLst>
              <dgm:constr type="l" for="ch" forName="ParentText" refType="w" fact="0.26"/>
              <dgm:constr type="t" for="ch" forName="ParentText" refType="h" fact="0"/>
              <dgm:constr type="w" for="ch" forName="ParentText" refType="w" fact="0.7457"/>
              <dgm:constr type="h" for="ch" forName="ParentText" refType="h" fact="0.15"/>
              <dgm:constr type="l" for="ch" forName="Image" refType="w" fact="0.26"/>
              <dgm:constr type="t" for="ch" forName="Image" refType="h" fact="0.1661"/>
              <dgm:constr type="w" for="ch" forName="Image" refType="w" fact="0.7446"/>
              <dgm:constr type="h" for="ch" forName="Image" refType="h" fact="0.8711"/>
              <dgm:constr type="l" for="ch" forName="ChildText" refType="w" fact="0"/>
              <dgm:constr type="t" for="ch" forName="ChildText" refType="h" fact="0.288"/>
              <dgm:constr type="w" for="ch" forName="ChildText" refType="w" fact="0.3536"/>
              <dgm:constr type="h" for="ch" forName="ChildText" refType="h" fact="0.5074"/>
            </dgm:constrLst>
          </dgm:else>
        </dgm:choose>
        <dgm:layoutNode name="ParentText" styleLbl="node1">
          <dgm:varLst>
            <dgm:chMax val="1"/>
            <dgm:chPref val="1"/>
            <dgm:bulletEnabled val="1"/>
          </dgm:varLst>
          <dgm:alg type="tx"/>
          <dgm:shape xmlns:r="http://schemas.openxmlformats.org/officeDocument/2006/relationships" type="rect" r:blip="" zOrderOff="10">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Image" styleLbl="bgImgPlace1">
          <dgm:alg type="sp"/>
          <dgm:shape xmlns:r="http://schemas.openxmlformats.org/officeDocument/2006/relationships" type="rect" r:blip="" blipPhldr="1">
            <dgm:adjLst/>
          </dgm:shape>
          <dgm:presOf/>
        </dgm:layoutNode>
        <dgm:layoutNode name="ChildText" styleLbl="fgAcc1">
          <dgm:varLst>
            <dgm:chMax val="0"/>
            <dgm:chPref val="0"/>
            <dgm:bulletEnabled val="1"/>
          </dgm:varLst>
          <dgm:choose name="Name6">
            <dgm:if name="Name7" axis="des" ptType="node" func="cnt" op="equ" val="1">
              <dgm:alg type="tx">
                <dgm:param type="stBulletLvl" val="2"/>
                <dgm:param type="txAnchorVertCh" val="mid"/>
                <dgm:param type="parTxLTRAlign" val="l"/>
              </dgm:alg>
            </dgm:if>
            <dgm:else name="Name8">
              <dgm:alg type="tx">
                <dgm:param type="stBulletLvl" val="1"/>
                <dgm:param type="txAnchorVertCh" val="mid"/>
              </dgm:alg>
            </dgm:else>
          </dgm:choose>
          <dgm:choose name="Name9">
            <dgm:if name="Name10" axis="ch" ptType="node" func="cnt" op="gte" val="1">
              <dgm:shape xmlns:r="http://schemas.openxmlformats.org/officeDocument/2006/relationships" type="roundRect" r:blip="">
                <dgm:adjLst>
                  <dgm:adj idx="1" val="0.1"/>
                </dgm:adjLst>
              </dgm:shape>
              <dgm:presOf axis="des" ptType="node"/>
            </dgm:if>
            <dgm:else name="Name11">
              <dgm:shape xmlns:r="http://schemas.openxmlformats.org/officeDocument/2006/relationships" type="roundRect" r:blip="" hideGeom="1">
                <dgm:adjLst>
                  <dgm:adj idx="1" val="0.1"/>
                </dgm:adjLst>
              </dgm:shape>
              <dgm:presOf/>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8/layout/TitledPictureBlocks">
  <dgm:title val=""/>
  <dgm:desc val=""/>
  <dgm:catLst>
    <dgm:cat type="picture" pri="10000"/>
    <dgm:cat type="pictureconvert" pri="100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60" srcId="0" destId="10" srcOrd="0" destOrd="0"/>
        <dgm:cxn modelId="12" srcId="10" destId="11" srcOrd="0" destOrd="0"/>
        <dgm:cxn modelId="7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 modelId="90" srcId="0" destId="40" srcOrd="3" destOrd="0"/>
        <dgm:cxn modelId="42" srcId="40" destId="41" srcOrd="0" destOrd="0"/>
      </dgm:cxnLst>
      <dgm:bg/>
      <dgm:whole/>
    </dgm:dataModel>
  </dgm:clrData>
  <dgm:layoutNode name="rootNode">
    <dgm:varLst>
      <dgm:chMax/>
      <dgm:chPref/>
      <dgm:dir/>
      <dgm:animLvl val="lvl"/>
    </dgm:varLst>
    <dgm:choose name="Name0">
      <dgm:if name="Name1" func="var" arg="dir" op="equ" val="norm">
        <dgm:alg type="snake">
          <dgm:param type="off" val="ctr"/>
          <dgm:param type="grDir" val="tL"/>
        </dgm:alg>
      </dgm:if>
      <dgm:else name="Name2">
        <dgm:alg type="snake">
          <dgm:param type="off" val="ctr"/>
          <dgm:param type="grDir" val="tR"/>
        </dgm:alg>
      </dgm:else>
    </dgm:choose>
    <dgm:shape xmlns:r="http://schemas.openxmlformats.org/officeDocument/2006/relationships" r:blip="">
      <dgm:adjLst/>
    </dgm:shape>
    <dgm:constrLst>
      <dgm:constr type="primFontSz" for="des" forName="ParentText" op="equ"/>
      <dgm:constr type="primFontSz" for="des" forName="ChildText" op="equ"/>
      <dgm:constr type="w" for="ch" forName="composite" refType="w"/>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1.3787"/>
        </dgm:alg>
        <dgm:shape xmlns:r="http://schemas.openxmlformats.org/officeDocument/2006/relationships" r:blip="">
          <dgm:adjLst/>
        </dgm:shape>
        <dgm:choose name="Name3">
          <dgm:if name="Name4" func="var" arg="dir" op="equ" val="norm">
            <dgm:constrLst>
              <dgm:constr type="l" for="ch" forName="ParentText" refType="w" fact="0"/>
              <dgm:constr type="t" for="ch" forName="ParentText" refType="h" fact="0"/>
              <dgm:constr type="w" for="ch" forName="ParentText" refType="w" fact="0.7457"/>
              <dgm:constr type="h" for="ch" forName="ParentText" refType="h" fact="0.15"/>
              <dgm:constr type="l" for="ch" forName="Image" refType="w" fact="0"/>
              <dgm:constr type="t" for="ch" forName="Image" refType="h" fact="0.1661"/>
              <dgm:constr type="w" for="ch" forName="Image" refType="w" fact="0.7457"/>
              <dgm:constr type="h" for="ch" forName="Image" refType="h" fact="0.8711"/>
              <dgm:constr type="l" for="ch" forName="ChildText" refType="w" fact="0.6464"/>
              <dgm:constr type="t" for="ch" forName="ChildText" refType="h" fact="0.288"/>
              <dgm:constr type="w" for="ch" forName="ChildText" refType="w" fact="0.3536"/>
              <dgm:constr type="h" for="ch" forName="ChildText" refType="h" fact="0.5074"/>
            </dgm:constrLst>
          </dgm:if>
          <dgm:else name="Name5">
            <dgm:constrLst>
              <dgm:constr type="l" for="ch" forName="ParentText" refType="w" fact="0.26"/>
              <dgm:constr type="t" for="ch" forName="ParentText" refType="h" fact="0"/>
              <dgm:constr type="w" for="ch" forName="ParentText" refType="w" fact="0.7457"/>
              <dgm:constr type="h" for="ch" forName="ParentText" refType="h" fact="0.15"/>
              <dgm:constr type="l" for="ch" forName="Image" refType="w" fact="0.26"/>
              <dgm:constr type="t" for="ch" forName="Image" refType="h" fact="0.1661"/>
              <dgm:constr type="w" for="ch" forName="Image" refType="w" fact="0.7446"/>
              <dgm:constr type="h" for="ch" forName="Image" refType="h" fact="0.8711"/>
              <dgm:constr type="l" for="ch" forName="ChildText" refType="w" fact="0"/>
              <dgm:constr type="t" for="ch" forName="ChildText" refType="h" fact="0.288"/>
              <dgm:constr type="w" for="ch" forName="ChildText" refType="w" fact="0.3536"/>
              <dgm:constr type="h" for="ch" forName="ChildText" refType="h" fact="0.5074"/>
            </dgm:constrLst>
          </dgm:else>
        </dgm:choose>
        <dgm:layoutNode name="ParentText" styleLbl="node1">
          <dgm:varLst>
            <dgm:chMax val="1"/>
            <dgm:chPref val="1"/>
            <dgm:bulletEnabled val="1"/>
          </dgm:varLst>
          <dgm:alg type="tx"/>
          <dgm:shape xmlns:r="http://schemas.openxmlformats.org/officeDocument/2006/relationships" type="rect" r:blip="" zOrderOff="10">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Image" styleLbl="bgImgPlace1">
          <dgm:alg type="sp"/>
          <dgm:shape xmlns:r="http://schemas.openxmlformats.org/officeDocument/2006/relationships" type="rect" r:blip="" blipPhldr="1">
            <dgm:adjLst/>
          </dgm:shape>
          <dgm:presOf/>
        </dgm:layoutNode>
        <dgm:layoutNode name="ChildText" styleLbl="fgAcc1">
          <dgm:varLst>
            <dgm:chMax val="0"/>
            <dgm:chPref val="0"/>
            <dgm:bulletEnabled val="1"/>
          </dgm:varLst>
          <dgm:choose name="Name6">
            <dgm:if name="Name7" axis="des" ptType="node" func="cnt" op="equ" val="1">
              <dgm:alg type="tx">
                <dgm:param type="stBulletLvl" val="2"/>
                <dgm:param type="txAnchorVertCh" val="mid"/>
                <dgm:param type="parTxLTRAlign" val="l"/>
              </dgm:alg>
            </dgm:if>
            <dgm:else name="Name8">
              <dgm:alg type="tx">
                <dgm:param type="stBulletLvl" val="1"/>
                <dgm:param type="txAnchorVertCh" val="mid"/>
              </dgm:alg>
            </dgm:else>
          </dgm:choose>
          <dgm:choose name="Name9">
            <dgm:if name="Name10" axis="ch" ptType="node" func="cnt" op="gte" val="1">
              <dgm:shape xmlns:r="http://schemas.openxmlformats.org/officeDocument/2006/relationships" type="roundRect" r:blip="">
                <dgm:adjLst>
                  <dgm:adj idx="1" val="0.1"/>
                </dgm:adjLst>
              </dgm:shape>
              <dgm:presOf axis="des" ptType="node"/>
            </dgm:if>
            <dgm:else name="Name11">
              <dgm:shape xmlns:r="http://schemas.openxmlformats.org/officeDocument/2006/relationships" type="roundRect" r:blip="" hideGeom="1">
                <dgm:adjLst>
                  <dgm:adj idx="1" val="0.1"/>
                </dgm:adjLst>
              </dgm:shape>
              <dgm:presOf/>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pList1">
  <dgm:title val=""/>
  <dgm:desc val=""/>
  <dgm:catLst>
    <dgm:cat type="list" pri="2000"/>
    <dgm:cat type="picture" pri="2500"/>
    <dgm:cat type="pictureconvert" pri="25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off" val="ctr"/>
          <dgm:param type="vertAlign" val="mid"/>
          <dgm:param type="horzAlign" val="ctr"/>
        </dgm:alg>
      </dgm:if>
      <dgm:else name="Name3">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1"/>
      <dgm:constr type="sp" refType="w" refFor="ch" refForName="compNode" op="equ" fact="0.1"/>
      <dgm:constr type="primFontSz" for="des" ptType="node" op="equ" val="65"/>
    </dgm:constrLst>
    <dgm:ruleLst/>
    <dgm:forEach name="Name4" axis="ch" ptType="node">
      <dgm:layoutNode name="compNode">
        <dgm:alg type="composite">
          <dgm:param type="ar" val="0.943"/>
        </dgm:alg>
        <dgm:shape xmlns:r="http://schemas.openxmlformats.org/officeDocument/2006/relationships" r:blip="">
          <dgm:adjLst/>
        </dgm:shape>
        <dgm:presOf axis="self"/>
        <dgm:constrLst>
          <dgm:constr type="h" refType="w" fact="1.06"/>
          <dgm:constr type="h" for="ch" forName="pictRect" refType="h" fact="0.65"/>
          <dgm:constr type="w" for="ch" forName="pictRect" refType="w"/>
          <dgm:constr type="l" for="ch" forName="pictRect"/>
          <dgm:constr type="t" for="ch" forName="pictRect"/>
          <dgm:constr type="w" for="ch" forName="textRect" refType="w"/>
          <dgm:constr type="h" for="ch" forName="textRect" refType="h" fact="0.35"/>
          <dgm:constr type="l" for="ch" forName="textRect"/>
          <dgm:constr type="t" for="ch" forName="textRect" refType="b" refFor="ch" refForName="pictRect"/>
        </dgm:constrLst>
        <dgm:ruleLst/>
        <dgm:layoutNode name="pictRect">
          <dgm:alg type="sp"/>
          <dgm:shape xmlns:r="http://schemas.openxmlformats.org/officeDocument/2006/relationships" type="roundRect" r:blip="" blipPhldr="1">
            <dgm:adjLst/>
          </dgm:shape>
          <dgm:presOf/>
          <dgm:constrLst/>
          <dgm:ruleLst/>
        </dgm:layoutNode>
        <dgm:layoutNode name="textRect" styleLbl="revTx">
          <dgm:varLst>
            <dgm:bulletEnabled val="1"/>
          </dgm:varLst>
          <dgm:alg type="tx">
            <dgm:param type="txAnchorVert" val="t"/>
          </dgm:alg>
          <dgm:shape xmlns:r="http://schemas.openxmlformats.org/officeDocument/2006/relationships" type="rect" r:blip="">
            <dgm:adjLst/>
          </dgm:shape>
          <dgm:presOf axis="desOrSelf" ptType="node"/>
          <dgm:constrLst>
            <dgm:constr type="bMarg"/>
          </dgm:constrLst>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7.xml><?xml version="1.0" encoding="utf-8"?>
<dgm:layoutDef xmlns:dgm="http://schemas.openxmlformats.org/drawingml/2006/diagram" xmlns:a="http://schemas.openxmlformats.org/drawingml/2006/main" uniqueId="urn:microsoft.com/office/officeart/2011/layout/CircleProcess">
  <dgm:title val="Circle Process"/>
  <dgm:desc val="Use to show sequential steps in a process. Limited to eleven Level 1 shapes with an unlimited number of Level 2 shapes. Works best with small amounts of text. Unused text does not appear, but remains available if you switch layouts."/>
  <dgm:catLst>
    <dgm:cat type="process" pri="8500"/>
    <dgm:cat type="officeonline" pri="85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11"/>
      <dgm:chPref val="11"/>
      <dgm:dir/>
      <dgm:resizeHandles/>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5"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Parent2" refType="w" fact="0.6249"/>
              <dgm:constr type="t" for="ch" forName="Parent2" refType="h" fact="0.2022"/>
              <dgm:constr type="w" for="ch" forName="Parent2" refType="w" fact="0.3001"/>
              <dgm:constr type="h" for="ch" forName="Parent2" refType="h" fact="0.3799"/>
              <dgm:constr type="l" for="ch" forName="Parent1" refType="w" fact="0.1597"/>
              <dgm:constr type="t" for="ch" forName="Parent1" refType="h" fact="0.2022"/>
              <dgm:constr type="w" for="ch" forName="Parent1" refType="w" fact="0.3001"/>
              <dgm:constr type="h" for="ch" forName="Parent1" refType="h" fact="0.3799"/>
              <dgm:constr type="l" for="ch" forName="Accent2" refType="w" fact="0.5498"/>
              <dgm:constr type="t" for="ch" forName="Accent2" refType="h" fact="0.1072"/>
              <dgm:constr type="w" for="ch" forName="Accent2" refType="w" fact="0.4502"/>
              <dgm:constr type="h" for="ch" forName="Accent2" refType="h" fact="0.5699"/>
              <dgm:constr type="l" for="ch" forName="ParentBackground2" refType="w" fact="0.5648"/>
              <dgm:constr type="t" for="ch" forName="ParentBackground2" refType="h" fact="0.1262"/>
              <dgm:constr type="w" for="ch" forName="ParentBackground2" refType="w" fact="0.4201"/>
              <dgm:constr type="h" for="ch" forName="ParentBackground2" refType="h" fact="0.5319"/>
              <dgm:constr type="l" for="ch" forName="Child2" refType="w" fact="0.5648"/>
              <dgm:constr type="t" for="ch" forName="Child2" refType="h" fact="0.6876"/>
              <dgm:constr type="w" for="ch" forName="Child2" refType="w" fact="0.4201"/>
              <dgm:constr type="h" for="ch" forName="Child2" refType="h" fact="0.3124"/>
              <dgm:constr type="l" for="ch" forName="Accent1" refType="w" fact="-0.0086"/>
              <dgm:constr type="t" for="ch" forName="Accent1" refType="h" fact="-0.0109"/>
              <dgm:constr type="w" for="ch" forName="Accent1" refType="w" fact="0.6367"/>
              <dgm:constr type="h" for="ch" forName="Accent1" refType="h" fact="0.806"/>
              <dgm:constr type="l" for="ch" forName="ParentBackground1" refType="w" fact="0.0997"/>
              <dgm:constr type="t" for="ch" forName="ParentBackground1" refType="h" fact="0.1262"/>
              <dgm:constr type="w" for="ch" forName="ParentBackground1" refType="w" fact="0.4201"/>
              <dgm:constr type="h" for="ch" forName="ParentBackground1" refType="h" fact="0.5319"/>
              <dgm:constr type="l" for="ch" forName="Child1" refType="w" fact="0.0997"/>
              <dgm:constr type="t" for="ch" forName="Child1" refType="h" fact="0.6876"/>
              <dgm:constr type="w" for="ch" forName="Child1" refType="w" fact="0.4201"/>
              <dgm:constr type="h" for="ch" forName="Child1" refType="h" fact="0.3124"/>
            </dgm:constrLst>
          </dgm:if>
          <dgm:if name="Name6"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Parent3" refType="w" fact="0.744"/>
              <dgm:constr type="t" for="ch" forName="Parent3" refType="h" fact="0.2022"/>
              <dgm:constr type="w" for="ch" forName="Parent3" refType="w" fact="0.2048"/>
              <dgm:constr type="h" for="ch" forName="Parent3" refType="h" fact="0.3799"/>
              <dgm:constr type="l" for="ch" forName="Parent2" refType="w" fact="0.4265"/>
              <dgm:constr type="t" for="ch" forName="Parent2" refType="h" fact="0.2022"/>
              <dgm:constr type="w" for="ch" forName="Parent2" refType="w" fact="0.2048"/>
              <dgm:constr type="h" for="ch" forName="Parent2" refType="h" fact="0.3799"/>
              <dgm:constr type="l" for="ch" forName="Parent1" refType="w" fact="0.109"/>
              <dgm:constr type="t" for="ch" forName="Parent1" refType="h" fact="0.2022"/>
              <dgm:constr type="w" for="ch" forName="Parent1" refType="w" fact="0.2048"/>
              <dgm:constr type="h" for="ch" forName="Parent1" refType="h" fact="0.3799"/>
              <dgm:constr type="l" for="ch" forName="Accent3" refType="w" fact="0.6928"/>
              <dgm:constr type="t" for="ch" forName="Accent3" refType="h" fact="0.1072"/>
              <dgm:constr type="w" for="ch" forName="Accent3" refType="w" fact="0.3072"/>
              <dgm:constr type="h" for="ch" forName="Accent3" refType="h" fact="0.5699"/>
              <dgm:constr type="l" for="ch" forName="ParentBackground3" refType="w" fact="0.703"/>
              <dgm:constr type="t" for="ch" forName="ParentBackground3" refType="h" fact="0.1262"/>
              <dgm:constr type="w" for="ch" forName="ParentBackground3" refType="w" fact="0.2868"/>
              <dgm:constr type="h" for="ch" forName="ParentBackground3" refType="h" fact="0.5319"/>
              <dgm:constr type="l" for="ch" forName="Child3" refType="w" fact="0.703"/>
              <dgm:constr type="t" for="ch" forName="Child3" refType="h" fact="0.6876"/>
              <dgm:constr type="w" for="ch" forName="Child3" refType="w" fact="0.2868"/>
              <dgm:constr type="h" for="ch" forName="Child3" refType="h" fact="0.3124"/>
              <dgm:constr type="l" for="ch" forName="Accent2" refType="w" fact="0.3122"/>
              <dgm:constr type="t" for="ch" forName="Accent2" refType="h" fact="-0.0109"/>
              <dgm:constr type="w" for="ch" forName="Accent2" refType="w" fact="0.4334"/>
              <dgm:constr type="h" for="ch" forName="Accent2" refType="h" fact="0.806"/>
              <dgm:constr type="l" for="ch" forName="ParentBackground2" refType="w" fact="0.3855"/>
              <dgm:constr type="t" for="ch" forName="ParentBackground2" refType="h" fact="0.1262"/>
              <dgm:constr type="w" for="ch" forName="ParentBackground2" refType="w" fact="0.2868"/>
              <dgm:constr type="h" for="ch" forName="ParentBackground2" refType="h" fact="0.5319"/>
              <dgm:constr type="l" for="ch" forName="Child2" refType="w" fact="0.3855"/>
              <dgm:constr type="t" for="ch" forName="Child2" refType="h" fact="0.6876"/>
              <dgm:constr type="w" for="ch" forName="Child2" refType="w" fact="0.2868"/>
              <dgm:constr type="h" for="ch" forName="Child2" refType="h" fact="0.3124"/>
              <dgm:constr type="l" for="ch" forName="Accent1" refType="w" fact="-0.0053"/>
              <dgm:constr type="t" for="ch" forName="Accent1" refType="h" fact="-0.0109"/>
              <dgm:constr type="w" for="ch" forName="Accent1" refType="w" fact="0.4334"/>
              <dgm:constr type="h" for="ch" forName="Accent1" refType="h" fact="0.806"/>
              <dgm:constr type="l" for="ch" forName="ParentBackground1" refType="w" fact="0.068"/>
              <dgm:constr type="t" for="ch" forName="ParentBackground1" refType="h" fact="0.1262"/>
              <dgm:constr type="w" for="ch" forName="ParentBackground1" refType="w" fact="0.2868"/>
              <dgm:constr type="h" for="ch" forName="ParentBackground1" refType="h" fact="0.5319"/>
              <dgm:constr type="l" for="ch" forName="Child1" refType="w" fact="0.068"/>
              <dgm:constr type="t" for="ch" forName="Child1" refType="h" fact="0.6876"/>
              <dgm:constr type="w" for="ch" forName="Child1" refType="w" fact="0.2868"/>
              <dgm:constr type="h" for="ch" forName="Child1" refType="h" fact="0.3124"/>
            </dgm:constrLst>
          </dgm:if>
          <dgm:if name="Name7"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Parent4" refType="w" fact="0.8057"/>
              <dgm:constr type="t" for="ch" forName="Parent4" refType="h" fact="0.2022"/>
              <dgm:constr type="w" for="ch" forName="Parent4" refType="w" fact="0.1555"/>
              <dgm:constr type="h" for="ch" forName="Parent4" refType="h" fact="0.3799"/>
              <dgm:constr type="l" for="ch" forName="Parent3" refType="w" fact="0.5647"/>
              <dgm:constr type="t" for="ch" forName="Parent3" refType="h" fact="0.2022"/>
              <dgm:constr type="w" for="ch" forName="Parent3" refType="w" fact="0.1555"/>
              <dgm:constr type="h" for="ch" forName="Parent3" refType="h" fact="0.3799"/>
              <dgm:constr type="l" for="ch" forName="Parent2" refType="w" fact="0.3237"/>
              <dgm:constr type="t" for="ch" forName="Parent2" refType="h" fact="0.2022"/>
              <dgm:constr type="w" for="ch" forName="Parent2" refType="w" fact="0.1555"/>
              <dgm:constr type="h" for="ch" forName="Parent2" refType="h" fact="0.3799"/>
              <dgm:constr type="l" for="ch" forName="Parent1" refType="w" fact="0.0827"/>
              <dgm:constr type="t" for="ch" forName="Parent1" refType="h" fact="0.2022"/>
              <dgm:constr type="w" for="ch" forName="Parent1" refType="w" fact="0.1555"/>
              <dgm:constr type="h" for="ch" forName="Parent1" refType="h" fact="0.3799"/>
              <dgm:constr type="l" for="ch" forName="Accent4" refType="w" fact="0.7668"/>
              <dgm:constr type="t" for="ch" forName="Accent4" refType="h" fact="0.1072"/>
              <dgm:constr type="w" for="ch" forName="Accent4" refType="w" fact="0.2332"/>
              <dgm:constr type="h" for="ch" forName="Accent4" refType="h" fact="0.5699"/>
              <dgm:constr type="l" for="ch" forName="ParentBackground4" refType="w" fact="0.7746"/>
              <dgm:constr type="t" for="ch" forName="ParentBackground4" refType="h" fact="0.1262"/>
              <dgm:constr type="w" for="ch" forName="ParentBackground4" refType="w" fact="0.2177"/>
              <dgm:constr type="h" for="ch" forName="ParentBackground4" refType="h" fact="0.5319"/>
              <dgm:constr type="l" for="ch" forName="Child4" refType="w" fact="0.7746"/>
              <dgm:constr type="t" for="ch" forName="Child4" refType="h" fact="0.6876"/>
              <dgm:constr type="w" for="ch" forName="Child4" refType="w" fact="0.2177"/>
              <dgm:constr type="h" for="ch" forName="Child4" refType="h" fact="0.3124"/>
              <dgm:constr type="l" for="ch" forName="Accent3" refType="w" fact="0.4765"/>
              <dgm:constr type="t" for="ch" forName="Accent3" refType="h" fact="-0.0109"/>
              <dgm:constr type="w" for="ch" forName="Accent3" refType="w" fact="0.3298"/>
              <dgm:constr type="h" for="ch" forName="Accent3" refType="h" fact="0.806"/>
              <dgm:constr type="l" for="ch" forName="ParentBackground3" refType="w" fact="0.5336"/>
              <dgm:constr type="t" for="ch" forName="ParentBackground3" refType="h" fact="0.1262"/>
              <dgm:constr type="w" for="ch" forName="ParentBackground3" refType="w" fact="0.2177"/>
              <dgm:constr type="h" for="ch" forName="ParentBackground3" refType="h" fact="0.5319"/>
              <dgm:constr type="l" for="ch" forName="Child3" refType="w" fact="0.5336"/>
              <dgm:constr type="t" for="ch" forName="Child3" refType="h" fact="0.6876"/>
              <dgm:constr type="w" for="ch" forName="Child3" refType="w" fact="0.2177"/>
              <dgm:constr type="h" for="ch" forName="Child3" refType="h" fact="0.3124"/>
              <dgm:constr type="l" for="ch" forName="Accent2" refType="w" fact="0.2365"/>
              <dgm:constr type="t" for="ch" forName="Accent2" refType="h" fact="-0.0109"/>
              <dgm:constr type="w" for="ch" forName="Accent2" refType="w" fact="0.3298"/>
              <dgm:constr type="h" for="ch" forName="Accent2" refType="h" fact="0.806"/>
              <dgm:constr type="l" for="ch" forName="ParentBackground2" refType="w" fact="0.2926"/>
              <dgm:constr type="t" for="ch" forName="ParentBackground2" refType="h" fact="0.1262"/>
              <dgm:constr type="w" for="ch" forName="ParentBackground2" refType="w" fact="0.2177"/>
              <dgm:constr type="h" for="ch" forName="ParentBackground2" refType="h" fact="0.5319"/>
              <dgm:constr type="l" for="ch" forName="Child2" refType="w" fact="0.2926"/>
              <dgm:constr type="t" for="ch" forName="Child2" refType="h" fact="0.6876"/>
              <dgm:constr type="w" for="ch" forName="Child2" refType="w" fact="0.2177"/>
              <dgm:constr type="h" for="ch" forName="Child2" refType="h" fact="0.3124"/>
              <dgm:constr type="l" for="ch" forName="Accent1" refType="w" fact="-0.0045"/>
              <dgm:constr type="t" for="ch" forName="Accent1" refType="h" fact="-0.0109"/>
              <dgm:constr type="w" for="ch" forName="Accent1" refType="w" fact="0.3298"/>
              <dgm:constr type="h" for="ch" forName="Accent1" refType="h" fact="0.806"/>
              <dgm:constr type="l" for="ch" forName="ParentBackground1" refType="w" fact="0.0516"/>
              <dgm:constr type="t" for="ch" forName="ParentBackground1" refType="h" fact="0.1262"/>
              <dgm:constr type="w" for="ch" forName="ParentBackground1" refType="w" fact="0.2177"/>
              <dgm:constr type="h" for="ch" forName="ParentBackground1" refType="h" fact="0.5319"/>
              <dgm:constr type="l" for="ch" forName="Child1" refType="w" fact="0.0516"/>
              <dgm:constr type="t" for="ch" forName="Child1" refType="h" fact="0.6876"/>
              <dgm:constr type="w" for="ch" forName="Child1" refType="w" fact="0.2177"/>
              <dgm:constr type="h" for="ch" forName="Child1" refType="h" fact="0.3124"/>
            </dgm:constrLst>
          </dgm:if>
          <dgm:if name="Name8"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Parent5" refType="w" fact="0.8434"/>
              <dgm:constr type="t" for="ch" forName="Parent5" refType="h" fact="0.2022"/>
              <dgm:constr type="w" for="ch" forName="Parent5" refType="w" fact="0.1253"/>
              <dgm:constr type="h" for="ch" forName="Parent5" refType="h" fact="0.3799"/>
              <dgm:constr type="l" for="ch" forName="Parent4" refType="w" fact="0.6492"/>
              <dgm:constr type="t" for="ch" forName="Parent4" refType="h" fact="0.2022"/>
              <dgm:constr type="w" for="ch" forName="Parent4" refType="w" fact="0.1253"/>
              <dgm:constr type="h" for="ch" forName="Parent4" refType="h" fact="0.3799"/>
              <dgm:constr type="l" for="ch" forName="Parent3" refType="w" fact="0.455"/>
              <dgm:constr type="t" for="ch" forName="Parent3" refType="h" fact="0.2022"/>
              <dgm:constr type="w" for="ch" forName="Parent3" refType="w" fact="0.1253"/>
              <dgm:constr type="h" for="ch" forName="Parent3" refType="h" fact="0.3799"/>
              <dgm:constr type="l" for="ch" forName="Parent2" refType="w" fact="0.2609"/>
              <dgm:constr type="t" for="ch" forName="Parent2" refType="h" fact="0.2022"/>
              <dgm:constr type="w" for="ch" forName="Parent2" refType="w" fact="0.1253"/>
              <dgm:constr type="h" for="ch" forName="Parent2" refType="h" fact="0.3799"/>
              <dgm:constr type="l" for="ch" forName="Parent1" refType="w" fact="0.0667"/>
              <dgm:constr type="t" for="ch" forName="Parent1" refType="h" fact="0.2022"/>
              <dgm:constr type="w" for="ch" forName="Parent1" refType="w" fact="0.1253"/>
              <dgm:constr type="h" for="ch" forName="Parent1" refType="h" fact="0.3799"/>
              <dgm:constr type="l" for="ch" forName="Accent5" refType="w" fact="0.8121"/>
              <dgm:constr type="t" for="ch" forName="Accent5" refType="h" fact="0.1072"/>
              <dgm:constr type="w" for="ch" forName="Accent5" refType="w" fact="0.1879"/>
              <dgm:constr type="h" for="ch" forName="Accent5" refType="h" fact="0.5699"/>
              <dgm:constr type="l" for="ch" forName="ParentBackground5" refType="w" fact="0.8183"/>
              <dgm:constr type="t" for="ch" forName="ParentBackground5" refType="h" fact="0.1262"/>
              <dgm:constr type="w" for="ch" forName="ParentBackground5" refType="w" fact="0.1754"/>
              <dgm:constr type="h" for="ch" forName="ParentBackground5" refType="h" fact="0.5319"/>
              <dgm:constr type="l" for="ch" forName="Child5" refType="w" fact="0.8183"/>
              <dgm:constr type="t" for="ch" forName="Child5" refType="h" fact="0.6876"/>
              <dgm:constr type="w" for="ch" forName="Child5" refType="w" fact="0.1754"/>
              <dgm:constr type="h" for="ch" forName="Child5" refType="h" fact="0.3124"/>
              <dgm:constr type="l" for="ch" forName="Accent4" refType="w" fact="0.5789"/>
              <dgm:constr type="t" for="ch" forName="Accent4" refType="h" fact="-0.0109"/>
              <dgm:constr type="w" for="ch" forName="Accent4" refType="w" fact="0.2657"/>
              <dgm:constr type="h" for="ch" forName="Accent4" refType="h" fact="0.806"/>
              <dgm:constr type="l" for="ch" forName="ParentBackground4" refType="w" fact="0.6242"/>
              <dgm:constr type="t" for="ch" forName="ParentBackground4" refType="h" fact="0.1262"/>
              <dgm:constr type="w" for="ch" forName="ParentBackground4" refType="w" fact="0.1754"/>
              <dgm:constr type="h" for="ch" forName="ParentBackground4" refType="h" fact="0.5319"/>
              <dgm:constr type="l" for="ch" forName="Child4" refType="w" fact="0.6242"/>
              <dgm:constr type="t" for="ch" forName="Child4" refType="h" fact="0.6876"/>
              <dgm:constr type="w" for="ch" forName="Child4" refType="w" fact="0.1754"/>
              <dgm:constr type="h" for="ch" forName="Child4" refType="h" fact="0.3124"/>
              <dgm:constr type="l" for="ch" forName="Accent3" refType="w" fact="0.3848"/>
              <dgm:constr type="t" for="ch" forName="Accent3" refType="h" fact="-0.0109"/>
              <dgm:constr type="w" for="ch" forName="Accent3" refType="w" fact="0.2657"/>
              <dgm:constr type="h" for="ch" forName="Accent3" refType="h" fact="0.806"/>
              <dgm:constr type="l" for="ch" forName="ParentBackground3" refType="w" fact="0.43"/>
              <dgm:constr type="t" for="ch" forName="ParentBackground3" refType="h" fact="0.1262"/>
              <dgm:constr type="w" for="ch" forName="ParentBackground3" refType="w" fact="0.1754"/>
              <dgm:constr type="h" for="ch" forName="ParentBackground3" refType="h" fact="0.5319"/>
              <dgm:constr type="l" for="ch" forName="Child3" refType="w" fact="0.43"/>
              <dgm:constr type="t" for="ch" forName="Child3" refType="h" fact="0.6876"/>
              <dgm:constr type="w" for="ch" forName="Child3" refType="w" fact="0.1754"/>
              <dgm:constr type="h" for="ch" forName="Child3" refType="h" fact="0.3124"/>
              <dgm:constr type="l" for="ch" forName="Accent2" refType="w" fact="0.1906"/>
              <dgm:constr type="t" for="ch" forName="Accent2" refType="h" fact="-0.0109"/>
              <dgm:constr type="w" for="ch" forName="Accent2" refType="w" fact="0.2657"/>
              <dgm:constr type="h" for="ch" forName="Accent2" refType="h" fact="0.806"/>
              <dgm:constr type="l" for="ch" forName="ParentBackground2" refType="w" fact="0.2358"/>
              <dgm:constr type="t" for="ch" forName="ParentBackground2" refType="h" fact="0.1262"/>
              <dgm:constr type="w" for="ch" forName="ParentBackground2" refType="w" fact="0.1754"/>
              <dgm:constr type="h" for="ch" forName="ParentBackground2" refType="h" fact="0.5319"/>
              <dgm:constr type="l" for="ch" forName="Child2" refType="w" fact="0.2358"/>
              <dgm:constr type="t" for="ch" forName="Child2" refType="h" fact="0.6876"/>
              <dgm:constr type="w" for="ch" forName="Child2" refType="w" fact="0.1754"/>
              <dgm:constr type="h" for="ch" forName="Child2" refType="h" fact="0.3124"/>
              <dgm:constr type="l" for="ch" forName="Accent1" refType="w" fact="-0.0036"/>
              <dgm:constr type="t" for="ch" forName="Accent1" refType="h" fact="-0.0109"/>
              <dgm:constr type="w" for="ch" forName="Accent1" refType="w" fact="0.2657"/>
              <dgm:constr type="h" for="ch" forName="Accent1" refType="h" fact="0.806"/>
              <dgm:constr type="l" for="ch" forName="ParentBackground1" refType="w" fact="0.0416"/>
              <dgm:constr type="t" for="ch" forName="ParentBackground1" refType="h" fact="0.1262"/>
              <dgm:constr type="w" for="ch" forName="ParentBackground1" refType="w" fact="0.1754"/>
              <dgm:constr type="h" for="ch" forName="ParentBackground1" refType="h" fact="0.5319"/>
              <dgm:constr type="l" for="ch" forName="Child1" refType="w" fact="0.0416"/>
              <dgm:constr type="t" for="ch" forName="Child1" refType="h" fact="0.6876"/>
              <dgm:constr type="w" for="ch" forName="Child1" refType="w" fact="0.1754"/>
              <dgm:constr type="h" for="ch" forName="Child1" refType="h" fact="0.3124"/>
            </dgm:constrLst>
          </dgm:if>
          <dgm:if name="Name9"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Parent6" refType="w" fact="0.8689"/>
              <dgm:constr type="t" for="ch" forName="Parent6" refType="h" fact="0.2022"/>
              <dgm:constr type="w" for="ch" forName="Parent6" refType="w" fact="0.1049"/>
              <dgm:constr type="h" for="ch" forName="Parent6" refType="h" fact="0.3799"/>
              <dgm:constr type="l" for="ch" forName="Parent5" refType="w" fact="0.7063"/>
              <dgm:constr type="t" for="ch" forName="Parent5" refType="h" fact="0.2022"/>
              <dgm:constr type="w" for="ch" forName="Parent5" refType="w" fact="0.1049"/>
              <dgm:constr type="h" for="ch" forName="Parent5" refType="h" fact="0.3799"/>
              <dgm:constr type="l" for="ch" forName="Parent4" refType="w" fact="0.5437"/>
              <dgm:constr type="t" for="ch" forName="Parent4" refType="h" fact="0.2022"/>
              <dgm:constr type="w" for="ch" forName="Parent4" refType="w" fact="0.1049"/>
              <dgm:constr type="h" for="ch" forName="Parent4" refType="h" fact="0.3799"/>
              <dgm:constr type="l" for="ch" forName="Parent3" refType="w" fact="0.381"/>
              <dgm:constr type="t" for="ch" forName="Parent3" refType="h" fact="0.2022"/>
              <dgm:constr type="w" for="ch" forName="Parent3" refType="w" fact="0.1049"/>
              <dgm:constr type="h" for="ch" forName="Parent3" refType="h" fact="0.3799"/>
              <dgm:constr type="l" for="ch" forName="Parent2" refType="w" fact="0.2184"/>
              <dgm:constr type="t" for="ch" forName="Parent2" refType="h" fact="0.2022"/>
              <dgm:constr type="w" for="ch" forName="Parent2" refType="w" fact="0.1049"/>
              <dgm:constr type="h" for="ch" forName="Parent2" refType="h" fact="0.3799"/>
              <dgm:constr type="l" for="ch" forName="Parent1" refType="w" fact="0.0558"/>
              <dgm:constr type="t" for="ch" forName="Parent1" refType="h" fact="0.2022"/>
              <dgm:constr type="w" for="ch" forName="Parent1" refType="w" fact="0.1049"/>
              <dgm:constr type="h" for="ch" forName="Parent1" refType="h" fact="0.3799"/>
              <dgm:constr type="l" for="ch" forName="Accent6" refType="w" fact="0.8426"/>
              <dgm:constr type="t" for="ch" forName="Accent6" refType="h" fact="0.1072"/>
              <dgm:constr type="w" for="ch" forName="Accent6" refType="w" fact="0.1574"/>
              <dgm:constr type="h" for="ch" forName="Accent6" refType="h" fact="0.5699"/>
              <dgm:constr type="l" for="ch" forName="ParentBackground6" refType="w" fact="0.8479"/>
              <dgm:constr type="t" for="ch" forName="ParentBackground6" refType="h" fact="0.1262"/>
              <dgm:constr type="w" for="ch" forName="ParentBackground6" refType="w" fact="0.1469"/>
              <dgm:constr type="h" for="ch" forName="ParentBackground6" refType="h" fact="0.5319"/>
              <dgm:constr type="l" for="ch" forName="Child6" refType="w" fact="0.8479"/>
              <dgm:constr type="t" for="ch" forName="Child6" refType="h" fact="0.6876"/>
              <dgm:constr type="w" for="ch" forName="Child6" refType="w" fact="0.1469"/>
              <dgm:constr type="h" for="ch" forName="Child6" refType="h" fact="0.3124"/>
              <dgm:constr type="l" for="ch" forName="Accent5" refType="w" fact="0.6474"/>
              <dgm:constr type="t" for="ch" forName="Accent5" refType="h" fact="-0.0109"/>
              <dgm:constr type="w" for="ch" forName="Accent5" refType="w" fact="0.2226"/>
              <dgm:constr type="h" for="ch" forName="Accent5" refType="h" fact="0.806"/>
              <dgm:constr type="l" for="ch" forName="ParentBackground5" refType="w" fact="0.6853"/>
              <dgm:constr type="t" for="ch" forName="ParentBackground5" refType="h" fact="0.1262"/>
              <dgm:constr type="w" for="ch" forName="ParentBackground5" refType="w" fact="0.1469"/>
              <dgm:constr type="h" for="ch" forName="ParentBackground5" refType="h" fact="0.5319"/>
              <dgm:constr type="l" for="ch" forName="Child5" refType="w" fact="0.6853"/>
              <dgm:constr type="t" for="ch" forName="Child5" refType="h" fact="0.6876"/>
              <dgm:constr type="w" for="ch" forName="Child5" refType="w" fact="0.1469"/>
              <dgm:constr type="h" for="ch" forName="Child5" refType="h" fact="0.3124"/>
              <dgm:constr type="l" for="ch" forName="Accent4" refType="w" fact="0.4848"/>
              <dgm:constr type="t" for="ch" forName="Accent4" refType="h" fact="-0.0109"/>
              <dgm:constr type="w" for="ch" forName="Accent4" refType="w" fact="0.2226"/>
              <dgm:constr type="h" for="ch" forName="Accent4" refType="h" fact="0.806"/>
              <dgm:constr type="l" for="ch" forName="ParentBackground4" refType="w" fact="0.5227"/>
              <dgm:constr type="t" for="ch" forName="ParentBackground4" refType="h" fact="0.1262"/>
              <dgm:constr type="w" for="ch" forName="ParentBackground4" refType="w" fact="0.1469"/>
              <dgm:constr type="h" for="ch" forName="ParentBackground4" refType="h" fact="0.5319"/>
              <dgm:constr type="l" for="ch" forName="Child4" refType="w" fact="0.5227"/>
              <dgm:constr type="t" for="ch" forName="Child4" refType="h" fact="0.6876"/>
              <dgm:constr type="w" for="ch" forName="Child4" refType="w" fact="0.1469"/>
              <dgm:constr type="h" for="ch" forName="Child4" refType="h" fact="0.3124"/>
              <dgm:constr type="l" for="ch" forName="Accent3" refType="w" fact="0.3222"/>
              <dgm:constr type="t" for="ch" forName="Accent3" refType="h" fact="-0.0109"/>
              <dgm:constr type="w" for="ch" forName="Accent3" refType="w" fact="0.2226"/>
              <dgm:constr type="h" for="ch" forName="Accent3" refType="h" fact="0.806"/>
              <dgm:constr type="l" for="ch" forName="ParentBackground3" refType="w" fact="0.3601"/>
              <dgm:constr type="t" for="ch" forName="ParentBackground3" refType="h" fact="0.1262"/>
              <dgm:constr type="w" for="ch" forName="ParentBackground3" refType="w" fact="0.1469"/>
              <dgm:constr type="h" for="ch" forName="ParentBackground3" refType="h" fact="0.5319"/>
              <dgm:constr type="l" for="ch" forName="Child3" refType="w" fact="0.3601"/>
              <dgm:constr type="t" for="ch" forName="Child3" refType="h" fact="0.6876"/>
              <dgm:constr type="w" for="ch" forName="Child3" refType="w" fact="0.1469"/>
              <dgm:constr type="h" for="ch" forName="Child3" refType="h" fact="0.3124"/>
              <dgm:constr type="l" for="ch" forName="Accent2" refType="w" fact="0.1596"/>
              <dgm:constr type="t" for="ch" forName="Accent2" refType="h" fact="-0.0109"/>
              <dgm:constr type="w" for="ch" forName="Accent2" refType="w" fact="0.2226"/>
              <dgm:constr type="h" for="ch" forName="Accent2" refType="h" fact="0.806"/>
              <dgm:constr type="l" for="ch" forName="ParentBackground2" refType="w" fact="0.1975"/>
              <dgm:constr type="t" for="ch" forName="ParentBackground2" refType="h" fact="0.1262"/>
              <dgm:constr type="w" for="ch" forName="ParentBackground2" refType="w" fact="0.1469"/>
              <dgm:constr type="h" for="ch" forName="ParentBackground2" refType="h" fact="0.5319"/>
              <dgm:constr type="l" for="ch" forName="Child2" refType="w" fact="0.1975"/>
              <dgm:constr type="t" for="ch" forName="Child2" refType="h" fact="0.6876"/>
              <dgm:constr type="w" for="ch" forName="Child2" refType="w" fact="0.1469"/>
              <dgm:constr type="h" for="ch" forName="Child2" refType="h" fact="0.3124"/>
              <dgm:constr type="l" for="ch" forName="Accent1" refType="w" fact="-0.003"/>
              <dgm:constr type="t" for="ch" forName="Accent1" refType="h" fact="-0.0109"/>
              <dgm:constr type="w" for="ch" forName="Accent1" refType="w" fact="0.2226"/>
              <dgm:constr type="h" for="ch" forName="Accent1" refType="h" fact="0.806"/>
              <dgm:constr type="l" for="ch" forName="ParentBackground1" refType="w" fact="0.0348"/>
              <dgm:constr type="t" for="ch" forName="ParentBackground1" refType="h" fact="0.1262"/>
              <dgm:constr type="w" for="ch" forName="ParentBackground1" refType="w" fact="0.1469"/>
              <dgm:constr type="h" for="ch" forName="ParentBackground1" refType="h" fact="0.5319"/>
              <dgm:constr type="l" for="ch" forName="Child1" refType="w" fact="0.0348"/>
              <dgm:constr type="t" for="ch" forName="Child1" refType="h" fact="0.6876"/>
              <dgm:constr type="w" for="ch" forName="Child1" refType="w" fact="0.1469"/>
              <dgm:constr type="h" for="ch" forName="Child1" refType="h" fact="0.3124"/>
            </dgm:constrLst>
          </dgm:if>
          <dgm:if name="Name10"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Parent7" refType="w" fact="0.8872"/>
              <dgm:constr type="t" for="ch" forName="Parent7" refType="h" fact="0.2022"/>
              <dgm:constr type="w" for="ch" forName="Parent7" refType="w" fact="0.0902"/>
              <dgm:constr type="h" for="ch" forName="Parent7" refType="h" fact="0.3799"/>
              <dgm:constr type="l" for="ch" forName="Parent6" refType="w" fact="0.7473"/>
              <dgm:constr type="t" for="ch" forName="Parent6" refType="h" fact="0.2022"/>
              <dgm:constr type="w" for="ch" forName="Parent6" refType="w" fact="0.0902"/>
              <dgm:constr type="h" for="ch" forName="Parent6" refType="h" fact="0.3799"/>
              <dgm:constr type="l" for="ch" forName="Parent5" refType="w" fact="0.6075"/>
              <dgm:constr type="t" for="ch" forName="Parent5" refType="h" fact="0.2022"/>
              <dgm:constr type="w" for="ch" forName="Parent5" refType="w" fact="0.0902"/>
              <dgm:constr type="h" for="ch" forName="Parent5" refType="h" fact="0.3799"/>
              <dgm:constr type="l" for="ch" forName="Parent4" refType="w" fact="0.4676"/>
              <dgm:constr type="t" for="ch" forName="Parent4" refType="h" fact="0.2022"/>
              <dgm:constr type="w" for="ch" forName="Parent4" refType="w" fact="0.0902"/>
              <dgm:constr type="h" for="ch" forName="Parent4" refType="h" fact="0.3799"/>
              <dgm:constr type="l" for="ch" forName="Parent3" refType="w" fact="0.3277"/>
              <dgm:constr type="t" for="ch" forName="Parent3" refType="h" fact="0.2022"/>
              <dgm:constr type="w" for="ch" forName="Parent3" refType="w" fact="0.0902"/>
              <dgm:constr type="h" for="ch" forName="Parent3" refType="h" fact="0.3799"/>
              <dgm:constr type="l" for="ch" forName="Parent2" refType="w" fact="0.1879"/>
              <dgm:constr type="t" for="ch" forName="Parent2" refType="h" fact="0.2022"/>
              <dgm:constr type="w" for="ch" forName="Parent2" refType="w" fact="0.0902"/>
              <dgm:constr type="h" for="ch" forName="Parent2" refType="h" fact="0.3799"/>
              <dgm:constr type="l" for="ch" forName="Parent1" refType="w" fact="0.048"/>
              <dgm:constr type="t" for="ch" forName="Parent1" refType="h" fact="0.2022"/>
              <dgm:constr type="w" for="ch" forName="Parent1" refType="w" fact="0.0902"/>
              <dgm:constr type="h" for="ch" forName="Parent1" refType="h" fact="0.3799"/>
              <dgm:constr type="l" for="ch" forName="Accent7" refType="w" fact="0.8646"/>
              <dgm:constr type="t" for="ch" forName="Accent7" refType="h" fact="0.1072"/>
              <dgm:constr type="w" for="ch" forName="Accent7" refType="w" fact="0.1354"/>
              <dgm:constr type="h" for="ch" forName="Accent7" refType="h" fact="0.5699"/>
              <dgm:constr type="l" for="ch" forName="ParentBackground7" refType="w" fact="0.8692"/>
              <dgm:constr type="t" for="ch" forName="ParentBackground7" refType="h" fact="0.1262"/>
              <dgm:constr type="w" for="ch" forName="ParentBackground7" refType="w" fact="0.1263"/>
              <dgm:constr type="h" for="ch" forName="ParentBackground7" refType="h" fact="0.5319"/>
              <dgm:constr type="l" for="ch" forName="Child7" refType="w" fact="0.8692"/>
              <dgm:constr type="t" for="ch" forName="Child7" refType="h" fact="0.6876"/>
              <dgm:constr type="w" for="ch" forName="Child7" refType="w" fact="0.1263"/>
              <dgm:constr type="h" for="ch" forName="Child7" refType="h" fact="0.3124"/>
              <dgm:constr type="l" for="ch" forName="Accent6" refType="w" fact="0.6967"/>
              <dgm:constr type="t" for="ch" forName="Accent6" refType="h" fact="-0.0109"/>
              <dgm:constr type="w" for="ch" forName="Accent6" refType="w" fact="0.1915"/>
              <dgm:constr type="h" for="ch" forName="Accent6" refType="h" fact="0.806"/>
              <dgm:constr type="l" for="ch" forName="ParentBackground6" refType="w" fact="0.7293"/>
              <dgm:constr type="t" for="ch" forName="ParentBackground6" refType="h" fact="0.1262"/>
              <dgm:constr type="w" for="ch" forName="ParentBackground6" refType="w" fact="0.1263"/>
              <dgm:constr type="h" for="ch" forName="ParentBackground6" refType="h" fact="0.5319"/>
              <dgm:constr type="l" for="ch" forName="Child6" refType="w" fact="0.7293"/>
              <dgm:constr type="t" for="ch" forName="Child6" refType="h" fact="0.6876"/>
              <dgm:constr type="w" for="ch" forName="Child6" refType="w" fact="0.1263"/>
              <dgm:constr type="h" for="ch" forName="Child6" refType="h" fact="0.3124"/>
              <dgm:constr type="l" for="ch" forName="Accent5" refType="w" fact="0.5569"/>
              <dgm:constr type="t" for="ch" forName="Accent5" refType="h" fact="-0.0109"/>
              <dgm:constr type="w" for="ch" forName="Accent5" refType="w" fact="0.1915"/>
              <dgm:constr type="h" for="ch" forName="Accent5" refType="h" fact="0.806"/>
              <dgm:constr type="l" for="ch" forName="ParentBackground5" refType="w" fact="0.5894"/>
              <dgm:constr type="t" for="ch" forName="ParentBackground5" refType="h" fact="0.1262"/>
              <dgm:constr type="w" for="ch" forName="ParentBackground5" refType="w" fact="0.1263"/>
              <dgm:constr type="h" for="ch" forName="ParentBackground5" refType="h" fact="0.5319"/>
              <dgm:constr type="l" for="ch" forName="Child5" refType="w" fact="0.5894"/>
              <dgm:constr type="t" for="ch" forName="Child5" refType="h" fact="0.6876"/>
              <dgm:constr type="w" for="ch" forName="Child5" refType="w" fact="0.1263"/>
              <dgm:constr type="h" for="ch" forName="Child5" refType="h" fact="0.3124"/>
              <dgm:constr type="l" for="ch" forName="Accent4" refType="w" fact="0.417"/>
              <dgm:constr type="t" for="ch" forName="Accent4" refType="h" fact="-0.0109"/>
              <dgm:constr type="w" for="ch" forName="Accent4" refType="w" fact="0.1915"/>
              <dgm:constr type="h" for="ch" forName="Accent4" refType="h" fact="0.806"/>
              <dgm:constr type="l" for="ch" forName="ParentBackground4" refType="w" fact="0.4496"/>
              <dgm:constr type="t" for="ch" forName="ParentBackground4" refType="h" fact="0.1262"/>
              <dgm:constr type="w" for="ch" forName="ParentBackground4" refType="w" fact="0.1263"/>
              <dgm:constr type="h" for="ch" forName="ParentBackground4" refType="h" fact="0.5319"/>
              <dgm:constr type="l" for="ch" forName="Child4" refType="w" fact="0.4496"/>
              <dgm:constr type="t" for="ch" forName="Child4" refType="h" fact="0.6876"/>
              <dgm:constr type="w" for="ch" forName="Child4" refType="w" fact="0.1263"/>
              <dgm:constr type="h" for="ch" forName="Child4" refType="h" fact="0.3124"/>
              <dgm:constr type="l" for="ch" forName="Accent3" refType="w" fact="0.2771"/>
              <dgm:constr type="t" for="ch" forName="Accent3" refType="h" fact="-0.0109"/>
              <dgm:constr type="w" for="ch" forName="Accent3" refType="w" fact="0.1915"/>
              <dgm:constr type="h" for="ch" forName="Accent3" refType="h" fact="0.806"/>
              <dgm:constr type="l" for="ch" forName="ParentBackground3" refType="w" fact="0.3097"/>
              <dgm:constr type="t" for="ch" forName="ParentBackground3" refType="h" fact="0.1262"/>
              <dgm:constr type="w" for="ch" forName="ParentBackground3" refType="w" fact="0.1263"/>
              <dgm:constr type="h" for="ch" forName="ParentBackground3" refType="h" fact="0.5319"/>
              <dgm:constr type="l" for="ch" forName="Child3" refType="w" fact="0.3097"/>
              <dgm:constr type="t" for="ch" forName="Child3" refType="h" fact="0.6876"/>
              <dgm:constr type="w" for="ch" forName="Child3" refType="w" fact="0.1263"/>
              <dgm:constr type="h" for="ch" forName="Child3" refType="h" fact="0.3124"/>
              <dgm:constr type="l" for="ch" forName="Accent2" refType="w" fact="0.1373"/>
              <dgm:constr type="t" for="ch" forName="Accent2" refType="h" fact="-0.0109"/>
              <dgm:constr type="w" for="ch" forName="Accent2" refType="w" fact="0.1915"/>
              <dgm:constr type="h" for="ch" forName="Accent2" refType="h" fact="0.806"/>
              <dgm:constr type="l" for="ch" forName="ParentBackground2" refType="w" fact="0.1698"/>
              <dgm:constr type="t" for="ch" forName="ParentBackground2" refType="h" fact="0.1262"/>
              <dgm:constr type="w" for="ch" forName="ParentBackground2" refType="w" fact="0.1263"/>
              <dgm:constr type="h" for="ch" forName="ParentBackground2" refType="h" fact="0.5319"/>
              <dgm:constr type="l" for="ch" forName="Child2" refType="w" fact="0.1698"/>
              <dgm:constr type="t" for="ch" forName="Child2" refType="h" fact="0.6876"/>
              <dgm:constr type="w" for="ch" forName="Child2" refType="w" fact="0.1263"/>
              <dgm:constr type="h" for="ch" forName="Child2" refType="h" fact="0.3124"/>
              <dgm:constr type="l" for="ch" forName="Accent1" refType="w" fact="-0.0026"/>
              <dgm:constr type="t" for="ch" forName="Accent1" refType="h" fact="-0.0109"/>
              <dgm:constr type="w" for="ch" forName="Accent1" refType="w" fact="0.1915"/>
              <dgm:constr type="h" for="ch" forName="Accent1" refType="h" fact="0.806"/>
              <dgm:constr type="l" for="ch" forName="ParentBackground1" refType="w" fact="0.03"/>
              <dgm:constr type="t" for="ch" forName="ParentBackground1" refType="h" fact="0.1262"/>
              <dgm:constr type="w" for="ch" forName="ParentBackground1" refType="w" fact="0.1263"/>
              <dgm:constr type="h" for="ch" forName="ParentBackground1" refType="h" fact="0.5319"/>
              <dgm:constr type="l" for="ch" forName="Child1" refType="w" fact="0.03"/>
              <dgm:constr type="t" for="ch" forName="Child1" refType="h" fact="0.6876"/>
              <dgm:constr type="w" for="ch" forName="Child1" refType="w" fact="0.1263"/>
              <dgm:constr type="h" for="ch" forName="Child1" refType="h" fact="0.3124"/>
            </dgm:constrLst>
          </dgm:if>
          <dgm:if name="Name11"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l" for="ch" forName="Parent8" refType="w" fact="0.901"/>
              <dgm:constr type="t" for="ch" forName="Parent8" refType="h" fact="0.2022"/>
              <dgm:constr type="w" for="ch" forName="Parent8" refType="w" fact="0.0792"/>
              <dgm:constr type="h" for="ch" forName="Parent8" refType="h" fact="0.3799"/>
              <dgm:constr type="l" for="ch" forName="Parent7" refType="w" fact="0.7783"/>
              <dgm:constr type="t" for="ch" forName="Parent7" refType="h" fact="0.2022"/>
              <dgm:constr type="w" for="ch" forName="Parent7" refType="w" fact="0.0792"/>
              <dgm:constr type="h" for="ch" forName="Parent7" refType="h" fact="0.3799"/>
              <dgm:constr type="l" for="ch" forName="Parent6" refType="w" fact="0.6556"/>
              <dgm:constr type="t" for="ch" forName="Parent6" refType="h" fact="0.2022"/>
              <dgm:constr type="w" for="ch" forName="Parent6" refType="w" fact="0.0792"/>
              <dgm:constr type="h" for="ch" forName="Parent6" refType="h" fact="0.3799"/>
              <dgm:constr type="l" for="ch" forName="Parent5" refType="w" fact="0.5329"/>
              <dgm:constr type="t" for="ch" forName="Parent5" refType="h" fact="0.2022"/>
              <dgm:constr type="w" for="ch" forName="Parent5" refType="w" fact="0.0792"/>
              <dgm:constr type="h" for="ch" forName="Parent5" refType="h" fact="0.3799"/>
              <dgm:constr type="l" for="ch" forName="Parent4" refType="w" fact="0.4102"/>
              <dgm:constr type="t" for="ch" forName="Parent4" refType="h" fact="0.2022"/>
              <dgm:constr type="w" for="ch" forName="Parent4" refType="w" fact="0.0792"/>
              <dgm:constr type="h" for="ch" forName="Parent4" refType="h" fact="0.3799"/>
              <dgm:constr type="l" for="ch" forName="Parent3" refType="w" fact="0.2875"/>
              <dgm:constr type="t" for="ch" forName="Parent3" refType="h" fact="0.2022"/>
              <dgm:constr type="w" for="ch" forName="Parent3" refType="w" fact="0.0792"/>
              <dgm:constr type="h" for="ch" forName="Parent3" refType="h" fact="0.3799"/>
              <dgm:constr type="l" for="ch" forName="Parent2" refType="w" fact="0.1648"/>
              <dgm:constr type="t" for="ch" forName="Parent2" refType="h" fact="0.2022"/>
              <dgm:constr type="w" for="ch" forName="Parent2" refType="w" fact="0.0792"/>
              <dgm:constr type="h" for="ch" forName="Parent2" refType="h" fact="0.3799"/>
              <dgm:constr type="l" for="ch" forName="Parent1" refType="w" fact="0.0421"/>
              <dgm:constr type="t" for="ch" forName="Parent1" refType="h" fact="0.2022"/>
              <dgm:constr type="w" for="ch" forName="Parent1" refType="w" fact="0.0792"/>
              <dgm:constr type="h" for="ch" forName="Parent1" refType="h" fact="0.3799"/>
              <dgm:constr type="l" for="ch" forName="Accent8" refType="w" fact="0.8813"/>
              <dgm:constr type="t" for="ch" forName="Accent8" refType="h" fact="0.1072"/>
              <dgm:constr type="w" for="ch" forName="Accent8" refType="w" fact="0.1187"/>
              <dgm:constr type="h" for="ch" forName="Accent8" refType="h" fact="0.5699"/>
              <dgm:constr type="l" for="ch" forName="ParentBackground8" refType="w" fact="0.8852"/>
              <dgm:constr type="t" for="ch" forName="ParentBackground8" refType="h" fact="0.1262"/>
              <dgm:constr type="w" for="ch" forName="ParentBackground8" refType="w" fact="0.1108"/>
              <dgm:constr type="h" for="ch" forName="ParentBackground8" refType="h" fact="0.5319"/>
              <dgm:constr type="l" for="ch" forName="Child8" refType="w" fact="0.8852"/>
              <dgm:constr type="t" for="ch" forName="Child8" refType="h" fact="0.6876"/>
              <dgm:constr type="w" for="ch" forName="Child8" refType="w" fact="0.1108"/>
              <dgm:constr type="h" for="ch" forName="Child8" refType="h" fact="0.3124"/>
              <dgm:constr type="l" for="ch" forName="Accent7" refType="w" fact="0.7339"/>
              <dgm:constr type="t" for="ch" forName="Accent7" refType="h" fact="-0.0109"/>
              <dgm:constr type="w" for="ch" forName="Accent7" refType="w" fact="0.1679"/>
              <dgm:constr type="h" for="ch" forName="Accent7" refType="h" fact="0.806"/>
              <dgm:constr type="l" for="ch" forName="ParentBackground7" refType="w" fact="0.7625"/>
              <dgm:constr type="t" for="ch" forName="ParentBackground7" refType="h" fact="0.1262"/>
              <dgm:constr type="w" for="ch" forName="ParentBackground7" refType="w" fact="0.1108"/>
              <dgm:constr type="h" for="ch" forName="ParentBackground7" refType="h" fact="0.5319"/>
              <dgm:constr type="l" for="ch" forName="Child7" refType="w" fact="0.7625"/>
              <dgm:constr type="t" for="ch" forName="Child7" refType="h" fact="0.6876"/>
              <dgm:constr type="w" for="ch" forName="Child7" refType="w" fact="0.1108"/>
              <dgm:constr type="h" for="ch" forName="Child7" refType="h" fact="0.3124"/>
              <dgm:constr type="l" for="ch" forName="Accent6" refType="w" fact="0.6112"/>
              <dgm:constr type="t" for="ch" forName="Accent6" refType="h" fact="-0.0109"/>
              <dgm:constr type="w" for="ch" forName="Accent6" refType="w" fact="0.1679"/>
              <dgm:constr type="h" for="ch" forName="Accent6" refType="h" fact="0.806"/>
              <dgm:constr type="l" for="ch" forName="ParentBackground6" refType="w" fact="0.6398"/>
              <dgm:constr type="t" for="ch" forName="ParentBackground6" refType="h" fact="0.1262"/>
              <dgm:constr type="w" for="ch" forName="ParentBackground6" refType="w" fact="0.1108"/>
              <dgm:constr type="h" for="ch" forName="ParentBackground6" refType="h" fact="0.5319"/>
              <dgm:constr type="l" for="ch" forName="Child6" refType="w" fact="0.6398"/>
              <dgm:constr type="t" for="ch" forName="Child6" refType="h" fact="0.6876"/>
              <dgm:constr type="w" for="ch" forName="Child6" refType="w" fact="0.1108"/>
              <dgm:constr type="h" for="ch" forName="Child6" refType="h" fact="0.3124"/>
              <dgm:constr type="l" for="ch" forName="Accent5" refType="w" fact="0.4885"/>
              <dgm:constr type="t" for="ch" forName="Accent5" refType="h" fact="-0.0109"/>
              <dgm:constr type="w" for="ch" forName="Accent5" refType="w" fact="0.1679"/>
              <dgm:constr type="h" for="ch" forName="Accent5" refType="h" fact="0.806"/>
              <dgm:constr type="l" for="ch" forName="ParentBackground5" refType="w" fact="0.5171"/>
              <dgm:constr type="t" for="ch" forName="ParentBackground5" refType="h" fact="0.1262"/>
              <dgm:constr type="w" for="ch" forName="ParentBackground5" refType="w" fact="0.1108"/>
              <dgm:constr type="h" for="ch" forName="ParentBackground5" refType="h" fact="0.5319"/>
              <dgm:constr type="l" for="ch" forName="Child5" refType="w" fact="0.5171"/>
              <dgm:constr type="t" for="ch" forName="Child5" refType="h" fact="0.6876"/>
              <dgm:constr type="w" for="ch" forName="Child5" refType="w" fact="0.1108"/>
              <dgm:constr type="h" for="ch" forName="Child5" refType="h" fact="0.3124"/>
              <dgm:constr type="l" for="ch" forName="Accent4" refType="w" fact="0.3658"/>
              <dgm:constr type="t" for="ch" forName="Accent4" refType="h" fact="-0.0109"/>
              <dgm:constr type="w" for="ch" forName="Accent4" refType="w" fact="0.1679"/>
              <dgm:constr type="h" for="ch" forName="Accent4" refType="h" fact="0.806"/>
              <dgm:constr type="l" for="ch" forName="ParentBackground4" refType="w" fact="0.3944"/>
              <dgm:constr type="t" for="ch" forName="ParentBackground4" refType="h" fact="0.1262"/>
              <dgm:constr type="w" for="ch" forName="ParentBackground4" refType="w" fact="0.1108"/>
              <dgm:constr type="h" for="ch" forName="ParentBackground4" refType="h" fact="0.5319"/>
              <dgm:constr type="l" for="ch" forName="Child4" refType="w" fact="0.3944"/>
              <dgm:constr type="t" for="ch" forName="Child4" refType="h" fact="0.6876"/>
              <dgm:constr type="w" for="ch" forName="Child4" refType="w" fact="0.1108"/>
              <dgm:constr type="h" for="ch" forName="Child4" refType="h" fact="0.3124"/>
              <dgm:constr type="l" for="ch" forName="Accent3" refType="w" fact="0.2431"/>
              <dgm:constr type="t" for="ch" forName="Accent3" refType="h" fact="-0.0109"/>
              <dgm:constr type="w" for="ch" forName="Accent3" refType="w" fact="0.1679"/>
              <dgm:constr type="h" for="ch" forName="Accent3" refType="h" fact="0.806"/>
              <dgm:constr type="l" for="ch" forName="ParentBackground3" refType="w" fact="0.2717"/>
              <dgm:constr type="t" for="ch" forName="ParentBackground3" refType="h" fact="0.1262"/>
              <dgm:constr type="w" for="ch" forName="ParentBackground3" refType="w" fact="0.1108"/>
              <dgm:constr type="h" for="ch" forName="ParentBackground3" refType="h" fact="0.5319"/>
              <dgm:constr type="l" for="ch" forName="Child3" refType="w" fact="0.2717"/>
              <dgm:constr type="t" for="ch" forName="Child3" refType="h" fact="0.6876"/>
              <dgm:constr type="w" for="ch" forName="Child3" refType="w" fact="0.1108"/>
              <dgm:constr type="h" for="ch" forName="Child3" refType="h" fact="0.3124"/>
              <dgm:constr type="l" for="ch" forName="Accent2" refType="w" fact="0.1204"/>
              <dgm:constr type="t" for="ch" forName="Accent2" refType="h" fact="-0.0109"/>
              <dgm:constr type="w" for="ch" forName="Accent2" refType="w" fact="0.1679"/>
              <dgm:constr type="h" for="ch" forName="Accent2" refType="h" fact="0.806"/>
              <dgm:constr type="l" for="ch" forName="ParentBackground2" refType="w" fact="0.149"/>
              <dgm:constr type="t" for="ch" forName="ParentBackground2" refType="h" fact="0.1262"/>
              <dgm:constr type="w" for="ch" forName="ParentBackground2" refType="w" fact="0.1108"/>
              <dgm:constr type="h" for="ch" forName="ParentBackground2" refType="h" fact="0.5319"/>
              <dgm:constr type="l" for="ch" forName="Child2" refType="w" fact="0.149"/>
              <dgm:constr type="t" for="ch" forName="Child2" refType="h" fact="0.6876"/>
              <dgm:constr type="w" for="ch" forName="Child2" refType="w" fact="0.1108"/>
              <dgm:constr type="h" for="ch" forName="Child2" refType="h" fact="0.3124"/>
              <dgm:constr type="l" for="ch" forName="Accent1" refType="w" fact="-0.0023"/>
              <dgm:constr type="t" for="ch" forName="Accent1" refType="h" fact="-0.0109"/>
              <dgm:constr type="w" for="ch" forName="Accent1" refType="w" fact="0.1679"/>
              <dgm:constr type="h" for="ch" forName="Accent1" refType="h" fact="0.806"/>
              <dgm:constr type="l" for="ch" forName="ParentBackground1" refType="w" fact="0.0263"/>
              <dgm:constr type="t" for="ch" forName="ParentBackground1" refType="h" fact="0.1262"/>
              <dgm:constr type="w" for="ch" forName="ParentBackground1" refType="w" fact="0.1108"/>
              <dgm:constr type="h" for="ch" forName="ParentBackground1" refType="h" fact="0.5319"/>
              <dgm:constr type="l" for="ch" forName="Child1" refType="w" fact="0.0263"/>
              <dgm:constr type="t" for="ch" forName="Child1" refType="h" fact="0.6876"/>
              <dgm:constr type="w" for="ch" forName="Child1" refType="w" fact="0.1108"/>
              <dgm:constr type="h" for="ch" forName="Child1" refType="h" fact="0.3124"/>
            </dgm:constrLst>
          </dgm:if>
          <dgm:if name="Name12"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l" for="ch" forName="Parent9" refType="w" fact="0.9119"/>
              <dgm:constr type="t" for="ch" forName="Parent9" refType="h" fact="0.2022"/>
              <dgm:constr type="w" for="ch" forName="Parent9" refType="w" fact="0.0705"/>
              <dgm:constr type="h" for="ch" forName="Parent9" refType="h" fact="0.3799"/>
              <dgm:constr type="l" for="ch" forName="Parent8" refType="w" fact="0.8026"/>
              <dgm:constr type="t" for="ch" forName="Parent8" refType="h" fact="0.2022"/>
              <dgm:constr type="w" for="ch" forName="Parent8" refType="w" fact="0.0705"/>
              <dgm:constr type="h" for="ch" forName="Parent8" refType="h" fact="0.3799"/>
              <dgm:constr type="l" for="ch" forName="Parent7" refType="w" fact="0.6933"/>
              <dgm:constr type="t" for="ch" forName="Parent7" refType="h" fact="0.2022"/>
              <dgm:constr type="w" for="ch" forName="Parent7" refType="w" fact="0.0705"/>
              <dgm:constr type="h" for="ch" forName="Parent7" refType="h" fact="0.3799"/>
              <dgm:constr type="l" for="ch" forName="Parent6" refType="w" fact="0.584"/>
              <dgm:constr type="t" for="ch" forName="Parent6" refType="h" fact="0.2022"/>
              <dgm:constr type="w" for="ch" forName="Parent6" refType="w" fact="0.0705"/>
              <dgm:constr type="h" for="ch" forName="Parent6" refType="h" fact="0.3799"/>
              <dgm:constr type="l" for="ch" forName="Parent5" refType="w" fact="0.4747"/>
              <dgm:constr type="t" for="ch" forName="Parent5" refType="h" fact="0.2022"/>
              <dgm:constr type="w" for="ch" forName="Parent5" refType="w" fact="0.0705"/>
              <dgm:constr type="h" for="ch" forName="Parent5" refType="h" fact="0.3799"/>
              <dgm:constr type="l" for="ch" forName="Parent4" refType="w" fact="0.3654"/>
              <dgm:constr type="t" for="ch" forName="Parent4" refType="h" fact="0.2022"/>
              <dgm:constr type="w" for="ch" forName="Parent4" refType="w" fact="0.0705"/>
              <dgm:constr type="h" for="ch" forName="Parent4" refType="h" fact="0.3799"/>
              <dgm:constr type="l" for="ch" forName="Parent3" refType="w" fact="0.2561"/>
              <dgm:constr type="t" for="ch" forName="Parent3" refType="h" fact="0.2022"/>
              <dgm:constr type="w" for="ch" forName="Parent3" refType="w" fact="0.0705"/>
              <dgm:constr type="h" for="ch" forName="Parent3" refType="h" fact="0.3799"/>
              <dgm:constr type="l" for="ch" forName="Parent2" refType="w" fact="0.1468"/>
              <dgm:constr type="t" for="ch" forName="Parent2" refType="h" fact="0.2022"/>
              <dgm:constr type="w" for="ch" forName="Parent2" refType="w" fact="0.0705"/>
              <dgm:constr type="h" for="ch" forName="Parent2" refType="h" fact="0.3799"/>
              <dgm:constr type="l" for="ch" forName="Parent1" refType="w" fact="0.0375"/>
              <dgm:constr type="t" for="ch" forName="Parent1" refType="h" fact="0.2022"/>
              <dgm:constr type="w" for="ch" forName="Parent1" refType="w" fact="0.0705"/>
              <dgm:constr type="h" for="ch" forName="Parent1" refType="h" fact="0.3799"/>
              <dgm:constr type="l" for="ch" forName="Accent9" refType="w" fact="0.8942"/>
              <dgm:constr type="t" for="ch" forName="Accent9" refType="h" fact="0.1072"/>
              <dgm:constr type="w" for="ch" forName="Accent9" refType="w" fact="0.1058"/>
              <dgm:constr type="h" for="ch" forName="Accent9" refType="h" fact="0.5699"/>
              <dgm:constr type="l" for="ch" forName="ParentBackground9" refType="w" fact="0.8978"/>
              <dgm:constr type="t" for="ch" forName="ParentBackground9" refType="h" fact="0.1262"/>
              <dgm:constr type="w" for="ch" forName="ParentBackground9" refType="w" fact="0.0987"/>
              <dgm:constr type="h" for="ch" forName="ParentBackground9" refType="h" fact="0.5319"/>
              <dgm:constr type="l" for="ch" forName="Child9" refType="w" fact="0.8978"/>
              <dgm:constr type="t" for="ch" forName="Child9" refType="h" fact="0.6876"/>
              <dgm:constr type="w" for="ch" forName="Child9" refType="w" fact="0.0987"/>
              <dgm:constr type="h" for="ch" forName="Child9" refType="h" fact="0.3124"/>
              <dgm:constr type="l" for="ch" forName="Accent8" refType="w" fact="0.763"/>
              <dgm:constr type="t" for="ch" forName="Accent8" refType="h" fact="-0.0109"/>
              <dgm:constr type="w" for="ch" forName="Accent8" refType="w" fact="0.1496"/>
              <dgm:constr type="h" for="ch" forName="Accent8" refType="h" fact="0.806"/>
              <dgm:constr type="l" for="ch" forName="ParentBackground8" refType="w" fact="0.7885"/>
              <dgm:constr type="t" for="ch" forName="ParentBackground8" refType="h" fact="0.1262"/>
              <dgm:constr type="w" for="ch" forName="ParentBackground8" refType="w" fact="0.0987"/>
              <dgm:constr type="h" for="ch" forName="ParentBackground8" refType="h" fact="0.5319"/>
              <dgm:constr type="l" for="ch" forName="Child8" refType="w" fact="0.7885"/>
              <dgm:constr type="t" for="ch" forName="Child8" refType="h" fact="0.6876"/>
              <dgm:constr type="w" for="ch" forName="Child8" refType="w" fact="0.0987"/>
              <dgm:constr type="h" for="ch" forName="Child8" refType="h" fact="0.3124"/>
              <dgm:constr type="l" for="ch" forName="Accent7" refType="w" fact="0.6538"/>
              <dgm:constr type="t" for="ch" forName="Accent7" refType="h" fact="-0.0109"/>
              <dgm:constr type="w" for="ch" forName="Accent7" refType="w" fact="0.1496"/>
              <dgm:constr type="h" for="ch" forName="Accent7" refType="h" fact="0.806"/>
              <dgm:constr type="l" for="ch" forName="ParentBackground7" refType="w" fact="0.6792"/>
              <dgm:constr type="t" for="ch" forName="ParentBackground7" refType="h" fact="0.1262"/>
              <dgm:constr type="w" for="ch" forName="ParentBackground7" refType="w" fact="0.0987"/>
              <dgm:constr type="h" for="ch" forName="ParentBackground7" refType="h" fact="0.5319"/>
              <dgm:constr type="l" for="ch" forName="Child7" refType="w" fact="0.6792"/>
              <dgm:constr type="t" for="ch" forName="Child7" refType="h" fact="0.6876"/>
              <dgm:constr type="w" for="ch" forName="Child7" refType="w" fact="0.0987"/>
              <dgm:constr type="h" for="ch" forName="Child7" refType="h" fact="0.3124"/>
              <dgm:constr type="l" for="ch" forName="Accent6" refType="w" fact="0.5445"/>
              <dgm:constr type="t" for="ch" forName="Accent6" refType="h" fact="-0.0109"/>
              <dgm:constr type="w" for="ch" forName="Accent6" refType="w" fact="0.1496"/>
              <dgm:constr type="h" for="ch" forName="Accent6" refType="h" fact="0.806"/>
              <dgm:constr type="l" for="ch" forName="ParentBackground6" refType="w" fact="0.5699"/>
              <dgm:constr type="t" for="ch" forName="ParentBackground6" refType="h" fact="0.1262"/>
              <dgm:constr type="w" for="ch" forName="ParentBackground6" refType="w" fact="0.0987"/>
              <dgm:constr type="h" for="ch" forName="ParentBackground6" refType="h" fact="0.5319"/>
              <dgm:constr type="l" for="ch" forName="Child6" refType="w" fact="0.5699"/>
              <dgm:constr type="t" for="ch" forName="Child6" refType="h" fact="0.6876"/>
              <dgm:constr type="w" for="ch" forName="Child6" refType="w" fact="0.0987"/>
              <dgm:constr type="h" for="ch" forName="Child6" refType="h" fact="0.3124"/>
              <dgm:constr type="l" for="ch" forName="Accent5" refType="w" fact="0.4352"/>
              <dgm:constr type="t" for="ch" forName="Accent5" refType="h" fact="-0.0109"/>
              <dgm:constr type="w" for="ch" forName="Accent5" refType="w" fact="0.1496"/>
              <dgm:constr type="h" for="ch" forName="Accent5" refType="h" fact="0.806"/>
              <dgm:constr type="l" for="ch" forName="ParentBackground5" refType="w" fact="0.4606"/>
              <dgm:constr type="t" for="ch" forName="ParentBackground5" refType="h" fact="0.1262"/>
              <dgm:constr type="w" for="ch" forName="ParentBackground5" refType="w" fact="0.0987"/>
              <dgm:constr type="h" for="ch" forName="ParentBackground5" refType="h" fact="0.5319"/>
              <dgm:constr type="l" for="ch" forName="Child5" refType="w" fact="0.4606"/>
              <dgm:constr type="t" for="ch" forName="Child5" refType="h" fact="0.6876"/>
              <dgm:constr type="w" for="ch" forName="Child5" refType="w" fact="0.0987"/>
              <dgm:constr type="h" for="ch" forName="Child5" refType="h" fact="0.3124"/>
              <dgm:constr type="l" for="ch" forName="Accent4" refType="w" fact="0.3259"/>
              <dgm:constr type="t" for="ch" forName="Accent4" refType="h" fact="-0.0109"/>
              <dgm:constr type="w" for="ch" forName="Accent4" refType="w" fact="0.1496"/>
              <dgm:constr type="h" for="ch" forName="Accent4" refType="h" fact="0.806"/>
              <dgm:constr type="l" for="ch" forName="ParentBackground4" refType="w" fact="0.3513"/>
              <dgm:constr type="t" for="ch" forName="ParentBackground4" refType="h" fact="0.1262"/>
              <dgm:constr type="w" for="ch" forName="ParentBackground4" refType="w" fact="0.0987"/>
              <dgm:constr type="h" for="ch" forName="ParentBackground4" refType="h" fact="0.5319"/>
              <dgm:constr type="l" for="ch" forName="Child4" refType="w" fact="0.3513"/>
              <dgm:constr type="t" for="ch" forName="Child4" refType="h" fact="0.6876"/>
              <dgm:constr type="w" for="ch" forName="Child4" refType="w" fact="0.0987"/>
              <dgm:constr type="h" for="ch" forName="Child4" refType="h" fact="0.3124"/>
              <dgm:constr type="l" for="ch" forName="Accent3" refType="w" fact="0.2166"/>
              <dgm:constr type="t" for="ch" forName="Accent3" refType="h" fact="-0.0109"/>
              <dgm:constr type="w" for="ch" forName="Accent3" refType="w" fact="0.1496"/>
              <dgm:constr type="h" for="ch" forName="Accent3" refType="h" fact="0.806"/>
              <dgm:constr type="l" for="ch" forName="ParentBackground3" refType="w" fact="0.242"/>
              <dgm:constr type="t" for="ch" forName="ParentBackground3" refType="h" fact="0.1262"/>
              <dgm:constr type="w" for="ch" forName="ParentBackground3" refType="w" fact="0.0987"/>
              <dgm:constr type="h" for="ch" forName="ParentBackground3" refType="h" fact="0.5319"/>
              <dgm:constr type="l" for="ch" forName="Child3" refType="w" fact="0.242"/>
              <dgm:constr type="t" for="ch" forName="Child3" refType="h" fact="0.6876"/>
              <dgm:constr type="w" for="ch" forName="Child3" refType="w" fact="0.0987"/>
              <dgm:constr type="h" for="ch" forName="Child3" refType="h" fact="0.3124"/>
              <dgm:constr type="l" for="ch" forName="Accent2" refType="w" fact="0.1073"/>
              <dgm:constr type="t" for="ch" forName="Accent2" refType="h" fact="-0.0109"/>
              <dgm:constr type="w" for="ch" forName="Accent2" refType="w" fact="0.1496"/>
              <dgm:constr type="h" for="ch" forName="Accent2" refType="h" fact="0.806"/>
              <dgm:constr type="l" for="ch" forName="ParentBackground2" refType="w" fact="0.1327"/>
              <dgm:constr type="t" for="ch" forName="ParentBackground2" refType="h" fact="0.1262"/>
              <dgm:constr type="w" for="ch" forName="ParentBackground2" refType="w" fact="0.0987"/>
              <dgm:constr type="h" for="ch" forName="ParentBackground2" refType="h" fact="0.5319"/>
              <dgm:constr type="l" for="ch" forName="Child2" refType="w" fact="0.1327"/>
              <dgm:constr type="t" for="ch" forName="Child2" refType="h" fact="0.6876"/>
              <dgm:constr type="w" for="ch" forName="Child2" refType="w" fact="0.0987"/>
              <dgm:constr type="h" for="ch" forName="Child2" refType="h" fact="0.3124"/>
              <dgm:constr type="l" for="ch" forName="Accent1" refType="w" fact="-0.002"/>
              <dgm:constr type="t" for="ch" forName="Accent1" refType="h" fact="-0.0109"/>
              <dgm:constr type="w" for="ch" forName="Accent1" refType="w" fact="0.1496"/>
              <dgm:constr type="h" for="ch" forName="Accent1" refType="h" fact="0.806"/>
              <dgm:constr type="l" for="ch" forName="ParentBackground1" refType="w" fact="0.0234"/>
              <dgm:constr type="t" for="ch" forName="ParentBackground1" refType="h" fact="0.1262"/>
              <dgm:constr type="w" for="ch" forName="ParentBackground1" refType="w" fact="0.0987"/>
              <dgm:constr type="h" for="ch" forName="ParentBackground1" refType="h" fact="0.5319"/>
              <dgm:constr type="l" for="ch" forName="Child1" refType="w" fact="0.0234"/>
              <dgm:constr type="t" for="ch" forName="Child1" refType="h" fact="0.6876"/>
              <dgm:constr type="w" for="ch" forName="Child1" refType="w" fact="0.0987"/>
              <dgm:constr type="h" for="ch" forName="Child1" refType="h" fact="0.3124"/>
            </dgm:constrLst>
          </dgm:if>
          <dgm:if name="Name13"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l" for="ch" forName="Parent10" refType="w" fact="0.9205"/>
              <dgm:constr type="t" for="ch" forName="Parent10" refType="h" fact="0.2022"/>
              <dgm:constr type="w" for="ch" forName="Parent10" refType="w" fact="0.0636"/>
              <dgm:constr type="h" for="ch" forName="Parent10" refType="h" fact="0.3799"/>
              <dgm:constr type="l" for="ch" forName="Parent9" refType="w" fact="0.822"/>
              <dgm:constr type="t" for="ch" forName="Parent9" refType="h" fact="0.2022"/>
              <dgm:constr type="w" for="ch" forName="Parent9" refType="w" fact="0.0636"/>
              <dgm:constr type="h" for="ch" forName="Parent9" refType="h" fact="0.3799"/>
              <dgm:constr type="l" for="ch" forName="Parent8" refType="w" fact="0.7235"/>
              <dgm:constr type="t" for="ch" forName="Parent8" refType="h" fact="0.2022"/>
              <dgm:constr type="w" for="ch" forName="Parent8" refType="w" fact="0.0636"/>
              <dgm:constr type="h" for="ch" forName="Parent8" refType="h" fact="0.3799"/>
              <dgm:constr type="l" for="ch" forName="Parent7" refType="w" fact="0.625"/>
              <dgm:constr type="t" for="ch" forName="Parent7" refType="h" fact="0.2022"/>
              <dgm:constr type="w" for="ch" forName="Parent7" refType="w" fact="0.0636"/>
              <dgm:constr type="h" for="ch" forName="Parent7" refType="h" fact="0.3799"/>
              <dgm:constr type="l" for="ch" forName="Parent6" refType="w" fact="0.5264"/>
              <dgm:constr type="t" for="ch" forName="Parent6" refType="h" fact="0.2022"/>
              <dgm:constr type="w" for="ch" forName="Parent6" refType="w" fact="0.0636"/>
              <dgm:constr type="h" for="ch" forName="Parent6" refType="h" fact="0.3799"/>
              <dgm:constr type="l" for="ch" forName="Parent5" refType="w" fact="0.4279"/>
              <dgm:constr type="t" for="ch" forName="Parent5" refType="h" fact="0.2022"/>
              <dgm:constr type="w" for="ch" forName="Parent5" refType="w" fact="0.0636"/>
              <dgm:constr type="h" for="ch" forName="Parent5" refType="h" fact="0.3799"/>
              <dgm:constr type="l" for="ch" forName="Parent4" refType="w" fact="0.3294"/>
              <dgm:constr type="t" for="ch" forName="Parent4" refType="h" fact="0.2022"/>
              <dgm:constr type="w" for="ch" forName="Parent4" refType="w" fact="0.0636"/>
              <dgm:constr type="h" for="ch" forName="Parent4" refType="h" fact="0.3799"/>
              <dgm:constr type="l" for="ch" forName="Parent3" refType="w" fact="0.2309"/>
              <dgm:constr type="t" for="ch" forName="Parent3" refType="h" fact="0.2022"/>
              <dgm:constr type="w" for="ch" forName="Parent3" refType="w" fact="0.0636"/>
              <dgm:constr type="h" for="ch" forName="Parent3" refType="h" fact="0.3799"/>
              <dgm:constr type="l" for="ch" forName="Parent2" refType="w" fact="0.1324"/>
              <dgm:constr type="t" for="ch" forName="Parent2" refType="h" fact="0.2022"/>
              <dgm:constr type="w" for="ch" forName="Parent2" refType="w" fact="0.0636"/>
              <dgm:constr type="h" for="ch" forName="Parent2" refType="h" fact="0.3799"/>
              <dgm:constr type="l" for="ch" forName="Parent1" refType="w" fact="0.0338"/>
              <dgm:constr type="t" for="ch" forName="Parent1" refType="h" fact="0.2022"/>
              <dgm:constr type="w" for="ch" forName="Parent1" refType="w" fact="0.0636"/>
              <dgm:constr type="h" for="ch" forName="Parent1" refType="h" fact="0.3799"/>
              <dgm:constr type="l" for="ch" forName="Accent10" refType="w" fact="0.9047"/>
              <dgm:constr type="t" for="ch" forName="Accent10" refType="h" fact="0.1072"/>
              <dgm:constr type="w" for="ch" forName="Accent10" refType="w" fact="0.0953"/>
              <dgm:constr type="h" for="ch" forName="Accent10" refType="h" fact="0.5699"/>
              <dgm:constr type="l" for="ch" forName="ParentBackground10" refType="w" fact="0.9078"/>
              <dgm:constr type="t" for="ch" forName="ParentBackground10" refType="h" fact="0.1262"/>
              <dgm:constr type="w" for="ch" forName="ParentBackground10" refType="w" fact="0.089"/>
              <dgm:constr type="h" for="ch" forName="ParentBackground10" refType="h" fact="0.5319"/>
              <dgm:constr type="l" for="ch" forName="Child10" refType="w" fact="0.9078"/>
              <dgm:constr type="t" for="ch" forName="Child10" refType="h" fact="0.6876"/>
              <dgm:constr type="w" for="ch" forName="Child10" refType="w" fact="0.089"/>
              <dgm:constr type="h" for="ch" forName="Child10" refType="h" fact="0.3124"/>
              <dgm:constr type="l" for="ch" forName="Accent9" refType="w" fact="0.7864"/>
              <dgm:constr type="t" for="ch" forName="Accent9" refType="h" fact="-0.0109"/>
              <dgm:constr type="w" for="ch" forName="Accent9" refType="w" fact="0.1348"/>
              <dgm:constr type="h" for="ch" forName="Accent9" refType="h" fact="0.806"/>
              <dgm:constr type="l" for="ch" forName="ParentBackground9" refType="w" fact="0.8093"/>
              <dgm:constr type="t" for="ch" forName="ParentBackground9" refType="h" fact="0.1262"/>
              <dgm:constr type="w" for="ch" forName="ParentBackground9" refType="w" fact="0.089"/>
              <dgm:constr type="h" for="ch" forName="ParentBackground9" refType="h" fact="0.5319"/>
              <dgm:constr type="l" for="ch" forName="Child9" refType="w" fact="0.8093"/>
              <dgm:constr type="t" for="ch" forName="Child9" refType="h" fact="0.6876"/>
              <dgm:constr type="w" for="ch" forName="Child9" refType="w" fact="0.089"/>
              <dgm:constr type="h" for="ch" forName="Child9" refType="h" fact="0.3124"/>
              <dgm:constr type="l" for="ch" forName="Accent8" refType="w" fact="0.6879"/>
              <dgm:constr type="t" for="ch" forName="Accent8" refType="h" fact="-0.0109"/>
              <dgm:constr type="w" for="ch" forName="Accent8" refType="w" fact="0.1348"/>
              <dgm:constr type="h" for="ch" forName="Accent8" refType="h" fact="0.806"/>
              <dgm:constr type="l" for="ch" forName="ParentBackground8" refType="w" fact="0.7108"/>
              <dgm:constr type="t" for="ch" forName="ParentBackground8" refType="h" fact="0.1262"/>
              <dgm:constr type="w" for="ch" forName="ParentBackground8" refType="w" fact="0.089"/>
              <dgm:constr type="h" for="ch" forName="ParentBackground8" refType="h" fact="0.5319"/>
              <dgm:constr type="l" for="ch" forName="Child8" refType="w" fact="0.7108"/>
              <dgm:constr type="t" for="ch" forName="Child8" refType="h" fact="0.6876"/>
              <dgm:constr type="w" for="ch" forName="Child8" refType="w" fact="0.089"/>
              <dgm:constr type="h" for="ch" forName="Child8" refType="h" fact="0.3124"/>
              <dgm:constr type="l" for="ch" forName="Accent7" refType="w" fact="0.5893"/>
              <dgm:constr type="t" for="ch" forName="Accent7" refType="h" fact="-0.0109"/>
              <dgm:constr type="w" for="ch" forName="Accent7" refType="w" fact="0.1348"/>
              <dgm:constr type="h" for="ch" forName="Accent7" refType="h" fact="0.806"/>
              <dgm:constr type="l" for="ch" forName="ParentBackground7" refType="w" fact="0.6123"/>
              <dgm:constr type="t" for="ch" forName="ParentBackground7" refType="h" fact="0.1262"/>
              <dgm:constr type="w" for="ch" forName="ParentBackground7" refType="w" fact="0.089"/>
              <dgm:constr type="h" for="ch" forName="ParentBackground7" refType="h" fact="0.5319"/>
              <dgm:constr type="l" for="ch" forName="Child7" refType="w" fact="0.6123"/>
              <dgm:constr type="t" for="ch" forName="Child7" refType="h" fact="0.6876"/>
              <dgm:constr type="w" for="ch" forName="Child7" refType="w" fact="0.089"/>
              <dgm:constr type="h" for="ch" forName="Child7" refType="h" fact="0.3124"/>
              <dgm:constr type="l" for="ch" forName="Accent6" refType="w" fact="0.4908"/>
              <dgm:constr type="t" for="ch" forName="Accent6" refType="h" fact="-0.0109"/>
              <dgm:constr type="w" for="ch" forName="Accent6" refType="w" fact="0.1348"/>
              <dgm:constr type="h" for="ch" forName="Accent6" refType="h" fact="0.806"/>
              <dgm:constr type="l" for="ch" forName="ParentBackground6" refType="w" fact="0.5137"/>
              <dgm:constr type="t" for="ch" forName="ParentBackground6" refType="h" fact="0.1262"/>
              <dgm:constr type="w" for="ch" forName="ParentBackground6" refType="w" fact="0.089"/>
              <dgm:constr type="h" for="ch" forName="ParentBackground6" refType="h" fact="0.5319"/>
              <dgm:constr type="l" for="ch" forName="Child6" refType="w" fact="0.5137"/>
              <dgm:constr type="t" for="ch" forName="Child6" refType="h" fact="0.6876"/>
              <dgm:constr type="w" for="ch" forName="Child6" refType="w" fact="0.089"/>
              <dgm:constr type="h" for="ch" forName="Child6" refType="h" fact="0.3124"/>
              <dgm:constr type="l" for="ch" forName="Accent5" refType="w" fact="0.3923"/>
              <dgm:constr type="t" for="ch" forName="Accent5" refType="h" fact="-0.0109"/>
              <dgm:constr type="w" for="ch" forName="Accent5" refType="w" fact="0.1348"/>
              <dgm:constr type="h" for="ch" forName="Accent5" refType="h" fact="0.806"/>
              <dgm:constr type="l" for="ch" forName="ParentBackground5" refType="w" fact="0.4152"/>
              <dgm:constr type="t" for="ch" forName="ParentBackground5" refType="h" fact="0.1262"/>
              <dgm:constr type="w" for="ch" forName="ParentBackground5" refType="w" fact="0.089"/>
              <dgm:constr type="h" for="ch" forName="ParentBackground5" refType="h" fact="0.5319"/>
              <dgm:constr type="l" for="ch" forName="Child5" refType="w" fact="0.4152"/>
              <dgm:constr type="t" for="ch" forName="Child5" refType="h" fact="0.6876"/>
              <dgm:constr type="w" for="ch" forName="Child5" refType="w" fact="0.089"/>
              <dgm:constr type="h" for="ch" forName="Child5" refType="h" fact="0.3124"/>
              <dgm:constr type="l" for="ch" forName="Accent4" refType="w" fact="0.2938"/>
              <dgm:constr type="t" for="ch" forName="Accent4" refType="h" fact="-0.0109"/>
              <dgm:constr type="w" for="ch" forName="Accent4" refType="w" fact="0.1348"/>
              <dgm:constr type="h" for="ch" forName="Accent4" refType="h" fact="0.806"/>
              <dgm:constr type="l" for="ch" forName="ParentBackground4" refType="w" fact="0.3167"/>
              <dgm:constr type="t" for="ch" forName="ParentBackground4" refType="h" fact="0.1262"/>
              <dgm:constr type="w" for="ch" forName="ParentBackground4" refType="w" fact="0.089"/>
              <dgm:constr type="h" for="ch" forName="ParentBackground4" refType="h" fact="0.5319"/>
              <dgm:constr type="l" for="ch" forName="Child4" refType="w" fact="0.3167"/>
              <dgm:constr type="t" for="ch" forName="Child4" refType="h" fact="0.6876"/>
              <dgm:constr type="w" for="ch" forName="Child4" refType="w" fact="0.089"/>
              <dgm:constr type="h" for="ch" forName="Child4" refType="h" fact="0.3124"/>
              <dgm:constr type="l" for="ch" forName="Accent3" refType="w" fact="0.1952"/>
              <dgm:constr type="t" for="ch" forName="Accent3" refType="h" fact="-0.0109"/>
              <dgm:constr type="w" for="ch" forName="Accent3" refType="w" fact="0.1348"/>
              <dgm:constr type="h" for="ch" forName="Accent3" refType="h" fact="0.806"/>
              <dgm:constr type="l" for="ch" forName="ParentBackground3" refType="w" fact="0.2182"/>
              <dgm:constr type="t" for="ch" forName="ParentBackground3" refType="h" fact="0.1262"/>
              <dgm:constr type="w" for="ch" forName="ParentBackground3" refType="w" fact="0.089"/>
              <dgm:constr type="h" for="ch" forName="ParentBackground3" refType="h" fact="0.5319"/>
              <dgm:constr type="l" for="ch" forName="Child3" refType="w" fact="0.2182"/>
              <dgm:constr type="t" for="ch" forName="Child3" refType="h" fact="0.6876"/>
              <dgm:constr type="w" for="ch" forName="Child3" refType="w" fact="0.089"/>
              <dgm:constr type="h" for="ch" forName="Child3" refType="h" fact="0.3124"/>
              <dgm:constr type="l" for="ch" forName="Accent2" refType="w" fact="0.0967"/>
              <dgm:constr type="t" for="ch" forName="Accent2" refType="h" fact="-0.0109"/>
              <dgm:constr type="w" for="ch" forName="Accent2" refType="w" fact="0.1348"/>
              <dgm:constr type="h" for="ch" forName="Accent2" refType="h" fact="0.806"/>
              <dgm:constr type="l" for="ch" forName="ParentBackground2" refType="w" fact="0.1196"/>
              <dgm:constr type="t" for="ch" forName="ParentBackground2" refType="h" fact="0.1262"/>
              <dgm:constr type="w" for="ch" forName="ParentBackground2" refType="w" fact="0.089"/>
              <dgm:constr type="h" for="ch" forName="ParentBackground2" refType="h" fact="0.5319"/>
              <dgm:constr type="l" for="ch" forName="Child2" refType="w" fact="0.1196"/>
              <dgm:constr type="t" for="ch" forName="Child2" refType="h" fact="0.6876"/>
              <dgm:constr type="w" for="ch" forName="Child2" refType="w" fact="0.089"/>
              <dgm:constr type="h" for="ch" forName="Child2" refType="h" fact="0.3124"/>
              <dgm:constr type="l" for="ch" forName="Accent1" refType="w" fact="-0.0018"/>
              <dgm:constr type="t" for="ch" forName="Accent1" refType="h" fact="-0.0109"/>
              <dgm:constr type="w" for="ch" forName="Accent1" refType="w" fact="0.1348"/>
              <dgm:constr type="h" for="ch" forName="Accent1" refType="h" fact="0.806"/>
              <dgm:constr type="l" for="ch" forName="ParentBackground1" refType="w" fact="0.0211"/>
              <dgm:constr type="t" for="ch" forName="ParentBackground1" refType="h" fact="0.1262"/>
              <dgm:constr type="w" for="ch" forName="ParentBackground1" refType="w" fact="0.089"/>
              <dgm:constr type="h" for="ch" forName="ParentBackground1" refType="h" fact="0.5319"/>
              <dgm:constr type="l" for="ch" forName="Child1" refType="w" fact="0.0211"/>
              <dgm:constr type="t" for="ch" forName="Child1" refType="h" fact="0.6876"/>
              <dgm:constr type="w" for="ch" forName="Child1" refType="w" fact="0.089"/>
              <dgm:constr type="h" for="ch" forName="Child1" refType="h" fact="0.3124"/>
            </dgm:constrLst>
          </dgm:if>
          <dgm:else name="Name14">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l" for="ch" forName="Parent11" refType="w" fact="0.9277"/>
              <dgm:constr type="t" for="ch" forName="Parent11" refType="h" fact="0.2022"/>
              <dgm:constr type="w" for="ch" forName="Parent11" refType="w" fact="0.0579"/>
              <dgm:constr type="h" for="ch" forName="Parent11" refType="h" fact="0.3799"/>
              <dgm:constr type="l" for="ch" forName="Parent10" refType="w" fact="0.838"/>
              <dgm:constr type="t" for="ch" forName="Parent10" refType="h" fact="0.2022"/>
              <dgm:constr type="w" for="ch" forName="Parent10" refType="w" fact="0.0579"/>
              <dgm:constr type="h" for="ch" forName="Parent10" refType="h" fact="0.3799"/>
              <dgm:constr type="l" for="ch" forName="Parent9" refType="w" fact="0.7483"/>
              <dgm:constr type="t" for="ch" forName="Parent9" refType="h" fact="0.2022"/>
              <dgm:constr type="w" for="ch" forName="Parent9" refType="w" fact="0.0579"/>
              <dgm:constr type="h" for="ch" forName="Parent9" refType="h" fact="0.3799"/>
              <dgm:constr type="l" for="ch" forName="Parent8" refType="w" fact="0.6586"/>
              <dgm:constr type="t" for="ch" forName="Parent8" refType="h" fact="0.2022"/>
              <dgm:constr type="w" for="ch" forName="Parent8" refType="w" fact="0.0579"/>
              <dgm:constr type="h" for="ch" forName="Parent8" refType="h" fact="0.3799"/>
              <dgm:constr type="l" for="ch" forName="Parent7" refType="w" fact="0.5689"/>
              <dgm:constr type="t" for="ch" forName="Parent7" refType="h" fact="0.2022"/>
              <dgm:constr type="w" for="ch" forName="Parent7" refType="w" fact="0.0579"/>
              <dgm:constr type="h" for="ch" forName="Parent7" refType="h" fact="0.3799"/>
              <dgm:constr type="l" for="ch" forName="Parent6" refType="w" fact="0.4792"/>
              <dgm:constr type="t" for="ch" forName="Parent6" refType="h" fact="0.2022"/>
              <dgm:constr type="w" for="ch" forName="Parent6" refType="w" fact="0.0579"/>
              <dgm:constr type="h" for="ch" forName="Parent6" refType="h" fact="0.3799"/>
              <dgm:constr type="l" for="ch" forName="Parent5" refType="w" fact="0.3895"/>
              <dgm:constr type="t" for="ch" forName="Parent5" refType="h" fact="0.2022"/>
              <dgm:constr type="w" for="ch" forName="Parent5" refType="w" fact="0.0579"/>
              <dgm:constr type="h" for="ch" forName="Parent5" refType="h" fact="0.3799"/>
              <dgm:constr type="l" for="ch" forName="Parent4" refType="w" fact="0.2999"/>
              <dgm:constr type="t" for="ch" forName="Parent4" refType="h" fact="0.2022"/>
              <dgm:constr type="w" for="ch" forName="Parent4" refType="w" fact="0.0579"/>
              <dgm:constr type="h" for="ch" forName="Parent4" refType="h" fact="0.3799"/>
              <dgm:constr type="l" for="ch" forName="Parent3" refType="w" fact="0.2102"/>
              <dgm:constr type="t" for="ch" forName="Parent3" refType="h" fact="0.2022"/>
              <dgm:constr type="w" for="ch" forName="Parent3" refType="w" fact="0.0579"/>
              <dgm:constr type="h" for="ch" forName="Parent3" refType="h" fact="0.3799"/>
              <dgm:constr type="l" for="ch" forName="Parent2" refType="w" fact="0.1205"/>
              <dgm:constr type="t" for="ch" forName="Parent2" refType="h" fact="0.2022"/>
              <dgm:constr type="w" for="ch" forName="Parent2" refType="w" fact="0.0579"/>
              <dgm:constr type="h" for="ch" forName="Parent2" refType="h" fact="0.3799"/>
              <dgm:constr type="l" for="ch" forName="Parent1" refType="w" fact="0.0308"/>
              <dgm:constr type="t" for="ch" forName="Parent1" refType="h" fact="0.2022"/>
              <dgm:constr type="w" for="ch" forName="Parent1" refType="w" fact="0.0579"/>
              <dgm:constr type="h" for="ch" forName="Parent1" refType="h" fact="0.3799"/>
              <dgm:constr type="l" for="ch" forName="Accent11" refType="w" fact="0.9132"/>
              <dgm:constr type="t" for="ch" forName="Accent11" refType="h" fact="0.1072"/>
              <dgm:constr type="w" for="ch" forName="Accent11" refType="w" fact="0.0868"/>
              <dgm:constr type="h" for="ch" forName="Accent11" refType="h" fact="0.5699"/>
              <dgm:constr type="l" for="ch" forName="ParentBackground11" refType="w" fact="0.9161"/>
              <dgm:constr type="t" for="ch" forName="ParentBackground11" refType="h" fact="0.1262"/>
              <dgm:constr type="w" for="ch" forName="ParentBackground11" refType="w" fact="0.081"/>
              <dgm:constr type="h" for="ch" forName="ParentBackground11" refType="h" fact="0.5319"/>
              <dgm:constr type="l" for="ch" forName="Child11" refType="w" fact="0.9161"/>
              <dgm:constr type="t" for="ch" forName="Child11" refType="h" fact="0.6876"/>
              <dgm:constr type="w" for="ch" forName="Child11" refType="w" fact="0.081"/>
              <dgm:constr type="h" for="ch" forName="Child11" refType="h" fact="0.3124"/>
              <dgm:constr type="l" for="ch" forName="Accent10" refType="w" fact="0.8055"/>
              <dgm:constr type="t" for="ch" forName="Accent10" refType="h" fact="-0.0109"/>
              <dgm:constr type="w" for="ch" forName="Accent10" refType="w" fact="0.1228"/>
              <dgm:constr type="h" for="ch" forName="Accent10" refType="h" fact="0.806"/>
              <dgm:constr type="l" for="ch" forName="ParentBackground10" refType="w" fact="0.8264"/>
              <dgm:constr type="t" for="ch" forName="ParentBackground10" refType="h" fact="0.1262"/>
              <dgm:constr type="w" for="ch" forName="ParentBackground10" refType="w" fact="0.081"/>
              <dgm:constr type="h" for="ch" forName="ParentBackground10" refType="h" fact="0.5319"/>
              <dgm:constr type="l" for="ch" forName="Child10" refType="w" fact="0.8264"/>
              <dgm:constr type="t" for="ch" forName="Child10" refType="h" fact="0.6876"/>
              <dgm:constr type="w" for="ch" forName="Child10" refType="w" fact="0.081"/>
              <dgm:constr type="h" for="ch" forName="Child10" refType="h" fact="0.3124"/>
              <dgm:constr type="l" for="ch" forName="Accent9" refType="w" fact="0.7158"/>
              <dgm:constr type="t" for="ch" forName="Accent9" refType="h" fact="-0.0109"/>
              <dgm:constr type="w" for="ch" forName="Accent9" refType="w" fact="0.1228"/>
              <dgm:constr type="h" for="ch" forName="Accent9" refType="h" fact="0.806"/>
              <dgm:constr type="l" for="ch" forName="ParentBackground9" refType="w" fact="0.7367"/>
              <dgm:constr type="t" for="ch" forName="ParentBackground9" refType="h" fact="0.1262"/>
              <dgm:constr type="w" for="ch" forName="ParentBackground9" refType="w" fact="0.081"/>
              <dgm:constr type="h" for="ch" forName="ParentBackground9" refType="h" fact="0.5319"/>
              <dgm:constr type="l" for="ch" forName="Child9" refType="w" fact="0.7367"/>
              <dgm:constr type="t" for="ch" forName="Child9" refType="h" fact="0.6876"/>
              <dgm:constr type="w" for="ch" forName="Child9" refType="w" fact="0.081"/>
              <dgm:constr type="h" for="ch" forName="Child9" refType="h" fact="0.3124"/>
              <dgm:constr type="l" for="ch" forName="Accent8" refType="w" fact="0.6261"/>
              <dgm:constr type="t" for="ch" forName="Accent8" refType="h" fact="-0.0109"/>
              <dgm:constr type="w" for="ch" forName="Accent8" refType="w" fact="0.1228"/>
              <dgm:constr type="h" for="ch" forName="Accent8" refType="h" fact="0.806"/>
              <dgm:constr type="l" for="ch" forName="ParentBackground8" refType="w" fact="0.647"/>
              <dgm:constr type="t" for="ch" forName="ParentBackground8" refType="h" fact="0.1262"/>
              <dgm:constr type="w" for="ch" forName="ParentBackground8" refType="w" fact="0.081"/>
              <dgm:constr type="h" for="ch" forName="ParentBackground8" refType="h" fact="0.5319"/>
              <dgm:constr type="l" for="ch" forName="Child8" refType="w" fact="0.647"/>
              <dgm:constr type="t" for="ch" forName="Child8" refType="h" fact="0.6876"/>
              <dgm:constr type="w" for="ch" forName="Child8" refType="w" fact="0.081"/>
              <dgm:constr type="h" for="ch" forName="Child8" refType="h" fact="0.3124"/>
              <dgm:constr type="l" for="ch" forName="Accent7" refType="w" fact="0.5364"/>
              <dgm:constr type="t" for="ch" forName="Accent7" refType="h" fact="-0.0109"/>
              <dgm:constr type="w" for="ch" forName="Accent7" refType="w" fact="0.1228"/>
              <dgm:constr type="h" for="ch" forName="Accent7" refType="h" fact="0.806"/>
              <dgm:constr type="l" for="ch" forName="ParentBackground7" refType="w" fact="0.5573"/>
              <dgm:constr type="t" for="ch" forName="ParentBackground7" refType="h" fact="0.1262"/>
              <dgm:constr type="w" for="ch" forName="ParentBackground7" refType="w" fact="0.081"/>
              <dgm:constr type="h" for="ch" forName="ParentBackground7" refType="h" fact="0.5319"/>
              <dgm:constr type="l" for="ch" forName="Child7" refType="w" fact="0.5573"/>
              <dgm:constr type="t" for="ch" forName="Child7" refType="h" fact="0.6876"/>
              <dgm:constr type="w" for="ch" forName="Child7" refType="w" fact="0.081"/>
              <dgm:constr type="h" for="ch" forName="Child7" refType="h" fact="0.3124"/>
              <dgm:constr type="l" for="ch" forName="Accent6" refType="w" fact="0.4467"/>
              <dgm:constr type="t" for="ch" forName="Accent6" refType="h" fact="-0.0109"/>
              <dgm:constr type="w" for="ch" forName="Accent6" refType="w" fact="0.1228"/>
              <dgm:constr type="h" for="ch" forName="Accent6" refType="h" fact="0.806"/>
              <dgm:constr type="l" for="ch" forName="ParentBackground6" refType="w" fact="0.4677"/>
              <dgm:constr type="t" for="ch" forName="ParentBackground6" refType="h" fact="0.1262"/>
              <dgm:constr type="w" for="ch" forName="ParentBackground6" refType="w" fact="0.081"/>
              <dgm:constr type="h" for="ch" forName="ParentBackground6" refType="h" fact="0.5319"/>
              <dgm:constr type="l" for="ch" forName="Child6" refType="w" fact="0.4677"/>
              <dgm:constr type="t" for="ch" forName="Child6" refType="h" fact="0.6876"/>
              <dgm:constr type="w" for="ch" forName="Child6" refType="w" fact="0.081"/>
              <dgm:constr type="h" for="ch" forName="Child6" refType="h" fact="0.3124"/>
              <dgm:constr type="l" for="ch" forName="Accent5" refType="w" fact="0.3571"/>
              <dgm:constr type="t" for="ch" forName="Accent5" refType="h" fact="-0.0109"/>
              <dgm:constr type="w" for="ch" forName="Accent5" refType="w" fact="0.1228"/>
              <dgm:constr type="h" for="ch" forName="Accent5" refType="h" fact="0.806"/>
              <dgm:constr type="l" for="ch" forName="ParentBackground5" refType="w" fact="0.378"/>
              <dgm:constr type="t" for="ch" forName="ParentBackground5" refType="h" fact="0.1262"/>
              <dgm:constr type="w" for="ch" forName="ParentBackground5" refType="w" fact="0.081"/>
              <dgm:constr type="h" for="ch" forName="ParentBackground5" refType="h" fact="0.5319"/>
              <dgm:constr type="l" for="ch" forName="Child5" refType="w" fact="0.378"/>
              <dgm:constr type="t" for="ch" forName="Child5" refType="h" fact="0.6876"/>
              <dgm:constr type="w" for="ch" forName="Child5" refType="w" fact="0.081"/>
              <dgm:constr type="h" for="ch" forName="Child5" refType="h" fact="0.3124"/>
              <dgm:constr type="l" for="ch" forName="Accent4" refType="w" fact="0.2674"/>
              <dgm:constr type="t" for="ch" forName="Accent4" refType="h" fact="-0.0109"/>
              <dgm:constr type="w" for="ch" forName="Accent4" refType="w" fact="0.1228"/>
              <dgm:constr type="h" for="ch" forName="Accent4" refType="h" fact="0.806"/>
              <dgm:constr type="l" for="ch" forName="ParentBackground4" refType="w" fact="0.2883"/>
              <dgm:constr type="t" for="ch" forName="ParentBackground4" refType="h" fact="0.1262"/>
              <dgm:constr type="w" for="ch" forName="ParentBackground4" refType="w" fact="0.081"/>
              <dgm:constr type="h" for="ch" forName="ParentBackground4" refType="h" fact="0.5319"/>
              <dgm:constr type="l" for="ch" forName="Child4" refType="w" fact="0.2883"/>
              <dgm:constr type="t" for="ch" forName="Child4" refType="h" fact="0.6876"/>
              <dgm:constr type="w" for="ch" forName="Child4" refType="w" fact="0.081"/>
              <dgm:constr type="h" for="ch" forName="Child4" refType="h" fact="0.3124"/>
              <dgm:constr type="l" for="ch" forName="Accent3" refType="w" fact="0.1777"/>
              <dgm:constr type="t" for="ch" forName="Accent3" refType="h" fact="-0.0109"/>
              <dgm:constr type="w" for="ch" forName="Accent3" refType="w" fact="0.1228"/>
              <dgm:constr type="h" for="ch" forName="Accent3" refType="h" fact="0.806"/>
              <dgm:constr type="l" for="ch" forName="ParentBackground3" refType="w" fact="0.1986"/>
              <dgm:constr type="t" for="ch" forName="ParentBackground3" refType="h" fact="0.1262"/>
              <dgm:constr type="w" for="ch" forName="ParentBackground3" refType="w" fact="0.081"/>
              <dgm:constr type="h" for="ch" forName="ParentBackground3" refType="h" fact="0.5319"/>
              <dgm:constr type="l" for="ch" forName="Child3" refType="w" fact="0.1986"/>
              <dgm:constr type="t" for="ch" forName="Child3" refType="h" fact="0.6876"/>
              <dgm:constr type="w" for="ch" forName="Child3" refType="w" fact="0.081"/>
              <dgm:constr type="h" for="ch" forName="Child3" refType="h" fact="0.3124"/>
              <dgm:constr type="l" for="ch" forName="Accent2" refType="w" fact="0.088"/>
              <dgm:constr type="t" for="ch" forName="Accent2" refType="h" fact="-0.0109"/>
              <dgm:constr type="w" for="ch" forName="Accent2" refType="w" fact="0.1228"/>
              <dgm:constr type="h" for="ch" forName="Accent2" refType="h" fact="0.806"/>
              <dgm:constr type="l" for="ch" forName="ParentBackground2" refType="w" fact="0.1089"/>
              <dgm:constr type="t" for="ch" forName="ParentBackground2" refType="h" fact="0.1262"/>
              <dgm:constr type="w" for="ch" forName="ParentBackground2" refType="w" fact="0.081"/>
              <dgm:constr type="h" for="ch" forName="ParentBackground2" refType="h" fact="0.5319"/>
              <dgm:constr type="l" for="ch" forName="Child2" refType="w" fact="0.1089"/>
              <dgm:constr type="t" for="ch" forName="Child2" refType="h" fact="0.6876"/>
              <dgm:constr type="w" for="ch" forName="Child2" refType="w" fact="0.081"/>
              <dgm:constr type="h" for="ch" forName="Child2" refType="h" fact="0.3124"/>
              <dgm:constr type="l" for="ch" forName="Accent1" refType="w" fact="-0.0017"/>
              <dgm:constr type="t" for="ch" forName="Accent1" refType="h" fact="-0.0109"/>
              <dgm:constr type="w" for="ch" forName="Accent1" refType="w" fact="0.1228"/>
              <dgm:constr type="h" for="ch" forName="Accent1" refType="h" fact="0.806"/>
              <dgm:constr type="l" for="ch" forName="ParentBackground1" refType="w" fact="0.0192"/>
              <dgm:constr type="t" for="ch" forName="ParentBackground1" refType="h" fact="0.1262"/>
              <dgm:constr type="w" for="ch" forName="ParentBackground1" refType="w" fact="0.081"/>
              <dgm:constr type="h" for="ch" forName="ParentBackground1" refType="h" fact="0.5319"/>
              <dgm:constr type="l" for="ch" forName="Child1" refType="w" fact="0.0192"/>
              <dgm:constr type="t" for="ch" forName="Child1" refType="h" fact="0.6876"/>
              <dgm:constr type="w" for="ch" forName="Child1" refType="w" fact="0.081"/>
              <dgm:constr type="h" for="ch" forName="Child1" refType="h" fact="0.3124"/>
            </dgm:constrLst>
          </dgm:else>
        </dgm:choose>
      </dgm:if>
      <dgm:else name="Name15">
        <dgm:choose name="Name16">
          <dgm:if name="Name17"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18"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r" for="ch" forName="Parent2" refType="w" fact="0.3751"/>
              <dgm:constr type="t" for="ch" forName="Parent2" refType="h" fact="0.2022"/>
              <dgm:constr type="w" for="ch" forName="Parent2" refType="w" fact="0.3001"/>
              <dgm:constr type="h" for="ch" forName="Parent2" refType="h" fact="0.3799"/>
              <dgm:constr type="r" for="ch" forName="Parent1" refType="w" fact="0.8403"/>
              <dgm:constr type="t" for="ch" forName="Parent1" refType="h" fact="0.2022"/>
              <dgm:constr type="w" for="ch" forName="Parent1" refType="w" fact="0.3001"/>
              <dgm:constr type="h" for="ch" forName="Parent1" refType="h" fact="0.3799"/>
              <dgm:constr type="r" for="ch" forName="Accent2" refType="w" fact="0.4502"/>
              <dgm:constr type="t" for="ch" forName="Accent2" refType="h" fact="0.1072"/>
              <dgm:constr type="w" for="ch" forName="Accent2" refType="w" fact="0.4502"/>
              <dgm:constr type="h" for="ch" forName="Accent2" refType="h" fact="0.5699"/>
              <dgm:constr type="r" for="ch" forName="ParentBackground2" refType="w" fact="0.4352"/>
              <dgm:constr type="t" for="ch" forName="ParentBackground2" refType="h" fact="0.1262"/>
              <dgm:constr type="w" for="ch" forName="ParentBackground2" refType="w" fact="0.4201"/>
              <dgm:constr type="h" for="ch" forName="ParentBackground2" refType="h" fact="0.5319"/>
              <dgm:constr type="r" for="ch" forName="Child2" refType="w" fact="0.4352"/>
              <dgm:constr type="t" for="ch" forName="Child2" refType="h" fact="0.6876"/>
              <dgm:constr type="w" for="ch" forName="Child2" refType="w" fact="0.4201"/>
              <dgm:constr type="h" for="ch" forName="Child2" refType="h" fact="0.3124"/>
              <dgm:constr type="r" for="ch" forName="Accent1" refType="w" fact="1.0086"/>
              <dgm:constr type="t" for="ch" forName="Accent1" refType="h" fact="-0.0109"/>
              <dgm:constr type="w" for="ch" forName="Accent1" refType="w" fact="0.6367"/>
              <dgm:constr type="h" for="ch" forName="Accent1" refType="h" fact="0.806"/>
              <dgm:constr type="r" for="ch" forName="ParentBackground1" refType="w" fact="0.9003"/>
              <dgm:constr type="t" for="ch" forName="ParentBackground1" refType="h" fact="0.1262"/>
              <dgm:constr type="w" for="ch" forName="ParentBackground1" refType="w" fact="0.4201"/>
              <dgm:constr type="h" for="ch" forName="ParentBackground1" refType="h" fact="0.5319"/>
              <dgm:constr type="r" for="ch" forName="Child1" refType="w" fact="0.9003"/>
              <dgm:constr type="t" for="ch" forName="Child1" refType="h" fact="0.6876"/>
              <dgm:constr type="w" for="ch" forName="Child1" refType="w" fact="0.4201"/>
              <dgm:constr type="h" for="ch" forName="Child1" refType="h" fact="0.3124"/>
            </dgm:constrLst>
          </dgm:if>
          <dgm:if name="Name19"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r" for="ch" forName="Parent3" refType="w" fact="0.256"/>
              <dgm:constr type="t" for="ch" forName="Parent3" refType="h" fact="0.2022"/>
              <dgm:constr type="w" for="ch" forName="Parent3" refType="w" fact="0.2048"/>
              <dgm:constr type="h" for="ch" forName="Parent3" refType="h" fact="0.3799"/>
              <dgm:constr type="r" for="ch" forName="Parent2" refType="w" fact="0.5735"/>
              <dgm:constr type="t" for="ch" forName="Parent2" refType="h" fact="0.2022"/>
              <dgm:constr type="w" for="ch" forName="Parent2" refType="w" fact="0.2048"/>
              <dgm:constr type="h" for="ch" forName="Parent2" refType="h" fact="0.3799"/>
              <dgm:constr type="r" for="ch" forName="Parent1" refType="w" fact="0.891"/>
              <dgm:constr type="t" for="ch" forName="Parent1" refType="h" fact="0.2022"/>
              <dgm:constr type="w" for="ch" forName="Parent1" refType="w" fact="0.2048"/>
              <dgm:constr type="h" for="ch" forName="Parent1" refType="h" fact="0.3799"/>
              <dgm:constr type="r" for="ch" forName="Accent3" refType="w" fact="0.3072"/>
              <dgm:constr type="t" for="ch" forName="Accent3" refType="h" fact="0.1072"/>
              <dgm:constr type="w" for="ch" forName="Accent3" refType="w" fact="0.3072"/>
              <dgm:constr type="h" for="ch" forName="Accent3" refType="h" fact="0.5699"/>
              <dgm:constr type="r" for="ch" forName="ParentBackground3" refType="w" fact="0.297"/>
              <dgm:constr type="t" for="ch" forName="ParentBackground3" refType="h" fact="0.1262"/>
              <dgm:constr type="w" for="ch" forName="ParentBackground3" refType="w" fact="0.2868"/>
              <dgm:constr type="h" for="ch" forName="ParentBackground3" refType="h" fact="0.5319"/>
              <dgm:constr type="r" for="ch" forName="Child3" refType="w" fact="0.297"/>
              <dgm:constr type="t" for="ch" forName="Child3" refType="h" fact="0.6876"/>
              <dgm:constr type="w" for="ch" forName="Child3" refType="w" fact="0.2868"/>
              <dgm:constr type="h" for="ch" forName="Child3" refType="h" fact="0.3124"/>
              <dgm:constr type="r" for="ch" forName="Accent2" refType="w" fact="0.6878"/>
              <dgm:constr type="t" for="ch" forName="Accent2" refType="h" fact="-0.0109"/>
              <dgm:constr type="w" for="ch" forName="Accent2" refType="w" fact="0.4334"/>
              <dgm:constr type="h" for="ch" forName="Accent2" refType="h" fact="0.806"/>
              <dgm:constr type="r" for="ch" forName="ParentBackground2" refType="w" fact="0.6145"/>
              <dgm:constr type="t" for="ch" forName="ParentBackground2" refType="h" fact="0.1262"/>
              <dgm:constr type="w" for="ch" forName="ParentBackground2" refType="w" fact="0.2868"/>
              <dgm:constr type="h" for="ch" forName="ParentBackground2" refType="h" fact="0.5319"/>
              <dgm:constr type="r" for="ch" forName="Child2" refType="w" fact="0.6145"/>
              <dgm:constr type="t" for="ch" forName="Child2" refType="h" fact="0.6876"/>
              <dgm:constr type="w" for="ch" forName="Child2" refType="w" fact="0.2868"/>
              <dgm:constr type="h" for="ch" forName="Child2" refType="h" fact="0.3124"/>
              <dgm:constr type="r" for="ch" forName="Accent1" refType="w" fact="1.0053"/>
              <dgm:constr type="t" for="ch" forName="Accent1" refType="h" fact="-0.0109"/>
              <dgm:constr type="w" for="ch" forName="Accent1" refType="w" fact="0.4334"/>
              <dgm:constr type="h" for="ch" forName="Accent1" refType="h" fact="0.806"/>
              <dgm:constr type="r" for="ch" forName="ParentBackground1" refType="w" fact="0.932"/>
              <dgm:constr type="t" for="ch" forName="ParentBackground1" refType="h" fact="0.1262"/>
              <dgm:constr type="w" for="ch" forName="ParentBackground1" refType="w" fact="0.2868"/>
              <dgm:constr type="h" for="ch" forName="ParentBackground1" refType="h" fact="0.5319"/>
              <dgm:constr type="r" for="ch" forName="Child1" refType="w" fact="0.932"/>
              <dgm:constr type="t" for="ch" forName="Child1" refType="h" fact="0.6876"/>
              <dgm:constr type="w" for="ch" forName="Child1" refType="w" fact="0.2868"/>
              <dgm:constr type="h" for="ch" forName="Child1" refType="h" fact="0.3124"/>
            </dgm:constrLst>
          </dgm:if>
          <dgm:if name="Name20"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4" refType="w" fact="0.1943"/>
              <dgm:constr type="t" for="ch" forName="Parent4" refType="h" fact="0.2022"/>
              <dgm:constr type="w" for="ch" forName="Parent4" refType="w" fact="0.1555"/>
              <dgm:constr type="h" for="ch" forName="Parent4" refType="h" fact="0.3799"/>
              <dgm:constr type="r" for="ch" forName="Parent3" refType="w" fact="0.4353"/>
              <dgm:constr type="t" for="ch" forName="Parent3" refType="h" fact="0.2022"/>
              <dgm:constr type="w" for="ch" forName="Parent3" refType="w" fact="0.1555"/>
              <dgm:constr type="h" for="ch" forName="Parent3" refType="h" fact="0.3799"/>
              <dgm:constr type="r" for="ch" forName="Parent2" refType="w" fact="0.6763"/>
              <dgm:constr type="t" for="ch" forName="Parent2" refType="h" fact="0.2022"/>
              <dgm:constr type="w" for="ch" forName="Parent2" refType="w" fact="0.1555"/>
              <dgm:constr type="h" for="ch" forName="Parent2" refType="h" fact="0.3799"/>
              <dgm:constr type="r" for="ch" forName="Parent1" refType="w" fact="0.9173"/>
              <dgm:constr type="t" for="ch" forName="Parent1" refType="h" fact="0.2022"/>
              <dgm:constr type="w" for="ch" forName="Parent1" refType="w" fact="0.1555"/>
              <dgm:constr type="h" for="ch" forName="Parent1" refType="h" fact="0.3799"/>
              <dgm:constr type="r" for="ch" forName="Accent4" refType="w" fact="0.2332"/>
              <dgm:constr type="t" for="ch" forName="Accent4" refType="h" fact="0.1072"/>
              <dgm:constr type="w" for="ch" forName="Accent4" refType="w" fact="0.2332"/>
              <dgm:constr type="h" for="ch" forName="Accent4" refType="h" fact="0.5699"/>
              <dgm:constr type="r" for="ch" forName="ParentBackground4" refType="w" fact="0.2254"/>
              <dgm:constr type="t" for="ch" forName="ParentBackground4" refType="h" fact="0.1262"/>
              <dgm:constr type="w" for="ch" forName="ParentBackground4" refType="w" fact="0.2177"/>
              <dgm:constr type="h" for="ch" forName="ParentBackground4" refType="h" fact="0.5319"/>
              <dgm:constr type="r" for="ch" forName="Child4" refType="w" fact="0.2254"/>
              <dgm:constr type="t" for="ch" forName="Child4" refType="h" fact="0.6876"/>
              <dgm:constr type="w" for="ch" forName="Child4" refType="w" fact="0.2177"/>
              <dgm:constr type="h" for="ch" forName="Child4" refType="h" fact="0.3124"/>
              <dgm:constr type="r" for="ch" forName="Accent3" refType="w" fact="0.5235"/>
              <dgm:constr type="t" for="ch" forName="Accent3" refType="h" fact="-0.0109"/>
              <dgm:constr type="w" for="ch" forName="Accent3" refType="w" fact="0.3298"/>
              <dgm:constr type="h" for="ch" forName="Accent3" refType="h" fact="0.806"/>
              <dgm:constr type="r" for="ch" forName="ParentBackground3" refType="w" fact="0.4664"/>
              <dgm:constr type="t" for="ch" forName="ParentBackground3" refType="h" fact="0.1262"/>
              <dgm:constr type="w" for="ch" forName="ParentBackground3" refType="w" fact="0.2177"/>
              <dgm:constr type="h" for="ch" forName="ParentBackground3" refType="h" fact="0.5319"/>
              <dgm:constr type="r" for="ch" forName="Child3" refType="w" fact="0.4664"/>
              <dgm:constr type="t" for="ch" forName="Child3" refType="h" fact="0.6876"/>
              <dgm:constr type="w" for="ch" forName="Child3" refType="w" fact="0.2177"/>
              <dgm:constr type="h" for="ch" forName="Child3" refType="h" fact="0.3124"/>
              <dgm:constr type="r" for="ch" forName="Accent2" refType="w" fact="0.7635"/>
              <dgm:constr type="t" for="ch" forName="Accent2" refType="h" fact="-0.0109"/>
              <dgm:constr type="w" for="ch" forName="Accent2" refType="w" fact="0.3298"/>
              <dgm:constr type="h" for="ch" forName="Accent2" refType="h" fact="0.806"/>
              <dgm:constr type="r" for="ch" forName="ParentBackground2" refType="w" fact="0.7074"/>
              <dgm:constr type="t" for="ch" forName="ParentBackground2" refType="h" fact="0.1262"/>
              <dgm:constr type="w" for="ch" forName="ParentBackground2" refType="w" fact="0.2177"/>
              <dgm:constr type="h" for="ch" forName="ParentBackground2" refType="h" fact="0.5319"/>
              <dgm:constr type="r" for="ch" forName="Child2" refType="w" fact="0.7074"/>
              <dgm:constr type="t" for="ch" forName="Child2" refType="h" fact="0.6876"/>
              <dgm:constr type="w" for="ch" forName="Child2" refType="w" fact="0.2177"/>
              <dgm:constr type="h" for="ch" forName="Child2" refType="h" fact="0.3124"/>
              <dgm:constr type="r" for="ch" forName="Accent1" refType="w" fact="1.0045"/>
              <dgm:constr type="t" for="ch" forName="Accent1" refType="h" fact="-0.0109"/>
              <dgm:constr type="w" for="ch" forName="Accent1" refType="w" fact="0.3298"/>
              <dgm:constr type="h" for="ch" forName="Accent1" refType="h" fact="0.806"/>
              <dgm:constr type="r" for="ch" forName="ParentBackground1" refType="w" fact="0.9484"/>
              <dgm:constr type="t" for="ch" forName="ParentBackground1" refType="h" fact="0.1262"/>
              <dgm:constr type="w" for="ch" forName="ParentBackground1" refType="w" fact="0.2177"/>
              <dgm:constr type="h" for="ch" forName="ParentBackground1" refType="h" fact="0.5319"/>
              <dgm:constr type="r" for="ch" forName="Child1" refType="w" fact="0.9484"/>
              <dgm:constr type="t" for="ch" forName="Child1" refType="h" fact="0.6876"/>
              <dgm:constr type="w" for="ch" forName="Child1" refType="w" fact="0.2177"/>
              <dgm:constr type="h" for="ch" forName="Child1" refType="h" fact="0.3124"/>
            </dgm:constrLst>
          </dgm:if>
          <dgm:if name="Name21"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Parent5" refType="w" fact="0.1566"/>
              <dgm:constr type="t" for="ch" forName="Parent5" refType="h" fact="0.2022"/>
              <dgm:constr type="w" for="ch" forName="Parent5" refType="w" fact="0.1253"/>
              <dgm:constr type="h" for="ch" forName="Parent5" refType="h" fact="0.3799"/>
              <dgm:constr type="r" for="ch" forName="Parent4" refType="w" fact="0.3508"/>
              <dgm:constr type="t" for="ch" forName="Parent4" refType="h" fact="0.2022"/>
              <dgm:constr type="w" for="ch" forName="Parent4" refType="w" fact="0.1253"/>
              <dgm:constr type="h" for="ch" forName="Parent4" refType="h" fact="0.3799"/>
              <dgm:constr type="r" for="ch" forName="Parent3" refType="w" fact="0.545"/>
              <dgm:constr type="t" for="ch" forName="Parent3" refType="h" fact="0.2022"/>
              <dgm:constr type="w" for="ch" forName="Parent3" refType="w" fact="0.1253"/>
              <dgm:constr type="h" for="ch" forName="Parent3" refType="h" fact="0.3799"/>
              <dgm:constr type="r" for="ch" forName="Parent2" refType="w" fact="0.7391"/>
              <dgm:constr type="t" for="ch" forName="Parent2" refType="h" fact="0.2022"/>
              <dgm:constr type="w" for="ch" forName="Parent2" refType="w" fact="0.1253"/>
              <dgm:constr type="h" for="ch" forName="Parent2" refType="h" fact="0.3799"/>
              <dgm:constr type="r" for="ch" forName="Parent1" refType="w" fact="0.9333"/>
              <dgm:constr type="t" for="ch" forName="Parent1" refType="h" fact="0.2022"/>
              <dgm:constr type="w" for="ch" forName="Parent1" refType="w" fact="0.1253"/>
              <dgm:constr type="h" for="ch" forName="Parent1" refType="h" fact="0.3799"/>
              <dgm:constr type="r" for="ch" forName="Accent5" refType="w" fact="0.1879"/>
              <dgm:constr type="t" for="ch" forName="Accent5" refType="h" fact="0.1072"/>
              <dgm:constr type="w" for="ch" forName="Accent5" refType="w" fact="0.1879"/>
              <dgm:constr type="h" for="ch" forName="Accent5" refType="h" fact="0.5699"/>
              <dgm:constr type="r" for="ch" forName="ParentBackground5" refType="w" fact="0.1817"/>
              <dgm:constr type="t" for="ch" forName="ParentBackground5" refType="h" fact="0.1262"/>
              <dgm:constr type="w" for="ch" forName="ParentBackground5" refType="w" fact="0.1754"/>
              <dgm:constr type="h" for="ch" forName="ParentBackground5" refType="h" fact="0.5319"/>
              <dgm:constr type="r" for="ch" forName="Child5" refType="w" fact="0.1817"/>
              <dgm:constr type="t" for="ch" forName="Child5" refType="h" fact="0.6876"/>
              <dgm:constr type="w" for="ch" forName="Child5" refType="w" fact="0.1754"/>
              <dgm:constr type="h" for="ch" forName="Child5" refType="h" fact="0.3124"/>
              <dgm:constr type="r" for="ch" forName="Accent4" refType="w" fact="0.4211"/>
              <dgm:constr type="t" for="ch" forName="Accent4" refType="h" fact="-0.0109"/>
              <dgm:constr type="w" for="ch" forName="Accent4" refType="w" fact="0.2657"/>
              <dgm:constr type="h" for="ch" forName="Accent4" refType="h" fact="0.806"/>
              <dgm:constr type="r" for="ch" forName="ParentBackground4" refType="w" fact="0.3758"/>
              <dgm:constr type="t" for="ch" forName="ParentBackground4" refType="h" fact="0.1262"/>
              <dgm:constr type="w" for="ch" forName="ParentBackground4" refType="w" fact="0.1754"/>
              <dgm:constr type="h" for="ch" forName="ParentBackground4" refType="h" fact="0.5319"/>
              <dgm:constr type="r" for="ch" forName="Child4" refType="w" fact="0.3758"/>
              <dgm:constr type="t" for="ch" forName="Child4" refType="h" fact="0.6876"/>
              <dgm:constr type="w" for="ch" forName="Child4" refType="w" fact="0.1754"/>
              <dgm:constr type="h" for="ch" forName="Child4" refType="h" fact="0.3124"/>
              <dgm:constr type="r" for="ch" forName="Accent3" refType="w" fact="0.6152"/>
              <dgm:constr type="t" for="ch" forName="Accent3" refType="h" fact="-0.0109"/>
              <dgm:constr type="w" for="ch" forName="Accent3" refType="w" fact="0.2657"/>
              <dgm:constr type="h" for="ch" forName="Accent3" refType="h" fact="0.806"/>
              <dgm:constr type="r" for="ch" forName="ParentBackground3" refType="w" fact="0.57"/>
              <dgm:constr type="t" for="ch" forName="ParentBackground3" refType="h" fact="0.1262"/>
              <dgm:constr type="w" for="ch" forName="ParentBackground3" refType="w" fact="0.1754"/>
              <dgm:constr type="h" for="ch" forName="ParentBackground3" refType="h" fact="0.5319"/>
              <dgm:constr type="r" for="ch" forName="Child3" refType="w" fact="0.57"/>
              <dgm:constr type="t" for="ch" forName="Child3" refType="h" fact="0.6876"/>
              <dgm:constr type="w" for="ch" forName="Child3" refType="w" fact="0.1754"/>
              <dgm:constr type="h" for="ch" forName="Child3" refType="h" fact="0.3124"/>
              <dgm:constr type="r" for="ch" forName="Accent2" refType="w" fact="0.8094"/>
              <dgm:constr type="t" for="ch" forName="Accent2" refType="h" fact="-0.0109"/>
              <dgm:constr type="w" for="ch" forName="Accent2" refType="w" fact="0.2657"/>
              <dgm:constr type="h" for="ch" forName="Accent2" refType="h" fact="0.806"/>
              <dgm:constr type="r" for="ch" forName="ParentBackground2" refType="w" fact="0.7642"/>
              <dgm:constr type="t" for="ch" forName="ParentBackground2" refType="h" fact="0.1262"/>
              <dgm:constr type="w" for="ch" forName="ParentBackground2" refType="w" fact="0.1754"/>
              <dgm:constr type="h" for="ch" forName="ParentBackground2" refType="h" fact="0.5319"/>
              <dgm:constr type="r" for="ch" forName="Child2" refType="w" fact="0.7642"/>
              <dgm:constr type="t" for="ch" forName="Child2" refType="h" fact="0.6876"/>
              <dgm:constr type="w" for="ch" forName="Child2" refType="w" fact="0.1754"/>
              <dgm:constr type="h" for="ch" forName="Child2" refType="h" fact="0.3124"/>
              <dgm:constr type="r" for="ch" forName="Accent1" refType="w" fact="1.0036"/>
              <dgm:constr type="t" for="ch" forName="Accent1" refType="h" fact="-0.0109"/>
              <dgm:constr type="w" for="ch" forName="Accent1" refType="w" fact="0.2657"/>
              <dgm:constr type="h" for="ch" forName="Accent1" refType="h" fact="0.806"/>
              <dgm:constr type="r" for="ch" forName="ParentBackground1" refType="w" fact="0.9584"/>
              <dgm:constr type="t" for="ch" forName="ParentBackground1" refType="h" fact="0.1262"/>
              <dgm:constr type="w" for="ch" forName="ParentBackground1" refType="w" fact="0.1754"/>
              <dgm:constr type="h" for="ch" forName="ParentBackground1" refType="h" fact="0.5319"/>
              <dgm:constr type="r" for="ch" forName="Child1" refType="w" fact="0.9584"/>
              <dgm:constr type="t" for="ch" forName="Child1" refType="h" fact="0.6876"/>
              <dgm:constr type="w" for="ch" forName="Child1" refType="w" fact="0.1754"/>
              <dgm:constr type="h" for="ch" forName="Child1" refType="h" fact="0.3124"/>
            </dgm:constrLst>
          </dgm:if>
          <dgm:if name="Name22"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r" for="ch" forName="Parent6" refType="w" fact="0.1311"/>
              <dgm:constr type="t" for="ch" forName="Parent6" refType="h" fact="0.2022"/>
              <dgm:constr type="w" for="ch" forName="Parent6" refType="w" fact="0.1049"/>
              <dgm:constr type="h" for="ch" forName="Parent6" refType="h" fact="0.3799"/>
              <dgm:constr type="r" for="ch" forName="Parent5" refType="w" fact="0.2937"/>
              <dgm:constr type="t" for="ch" forName="Parent5" refType="h" fact="0.2022"/>
              <dgm:constr type="w" for="ch" forName="Parent5" refType="w" fact="0.1049"/>
              <dgm:constr type="h" for="ch" forName="Parent5" refType="h" fact="0.3799"/>
              <dgm:constr type="r" for="ch" forName="Parent4" refType="w" fact="0.4563"/>
              <dgm:constr type="t" for="ch" forName="Parent4" refType="h" fact="0.2022"/>
              <dgm:constr type="w" for="ch" forName="Parent4" refType="w" fact="0.1049"/>
              <dgm:constr type="h" for="ch" forName="Parent4" refType="h" fact="0.3799"/>
              <dgm:constr type="r" for="ch" forName="Parent3" refType="w" fact="0.619"/>
              <dgm:constr type="t" for="ch" forName="Parent3" refType="h" fact="0.2022"/>
              <dgm:constr type="w" for="ch" forName="Parent3" refType="w" fact="0.1049"/>
              <dgm:constr type="h" for="ch" forName="Parent3" refType="h" fact="0.3799"/>
              <dgm:constr type="r" for="ch" forName="Parent2" refType="w" fact="0.7816"/>
              <dgm:constr type="t" for="ch" forName="Parent2" refType="h" fact="0.2022"/>
              <dgm:constr type="w" for="ch" forName="Parent2" refType="w" fact="0.1049"/>
              <dgm:constr type="h" for="ch" forName="Parent2" refType="h" fact="0.3799"/>
              <dgm:constr type="r" for="ch" forName="Parent1" refType="w" fact="0.9442"/>
              <dgm:constr type="t" for="ch" forName="Parent1" refType="h" fact="0.2022"/>
              <dgm:constr type="w" for="ch" forName="Parent1" refType="w" fact="0.1049"/>
              <dgm:constr type="h" for="ch" forName="Parent1" refType="h" fact="0.3799"/>
              <dgm:constr type="r" for="ch" forName="Accent6" refType="w" fact="0.1574"/>
              <dgm:constr type="t" for="ch" forName="Accent6" refType="h" fact="0.1072"/>
              <dgm:constr type="w" for="ch" forName="Accent6" refType="w" fact="0.1574"/>
              <dgm:constr type="h" for="ch" forName="Accent6" refType="h" fact="0.5699"/>
              <dgm:constr type="r" for="ch" forName="ParentBackground6" refType="w" fact="0.1521"/>
              <dgm:constr type="t" for="ch" forName="ParentBackground6" refType="h" fact="0.1262"/>
              <dgm:constr type="w" for="ch" forName="ParentBackground6" refType="w" fact="0.1469"/>
              <dgm:constr type="h" for="ch" forName="ParentBackground6" refType="h" fact="0.5319"/>
              <dgm:constr type="r" for="ch" forName="Child6" refType="w" fact="0.1521"/>
              <dgm:constr type="t" for="ch" forName="Child6" refType="h" fact="0.6876"/>
              <dgm:constr type="w" for="ch" forName="Child6" refType="w" fact="0.1469"/>
              <dgm:constr type="h" for="ch" forName="Child6" refType="h" fact="0.3124"/>
              <dgm:constr type="r" for="ch" forName="Accent5" refType="w" fact="0.3526"/>
              <dgm:constr type="t" for="ch" forName="Accent5" refType="h" fact="-0.0109"/>
              <dgm:constr type="w" for="ch" forName="Accent5" refType="w" fact="0.2226"/>
              <dgm:constr type="h" for="ch" forName="Accent5" refType="h" fact="0.806"/>
              <dgm:constr type="r" for="ch" forName="ParentBackground5" refType="w" fact="0.3147"/>
              <dgm:constr type="t" for="ch" forName="ParentBackground5" refType="h" fact="0.1262"/>
              <dgm:constr type="w" for="ch" forName="ParentBackground5" refType="w" fact="0.1469"/>
              <dgm:constr type="h" for="ch" forName="ParentBackground5" refType="h" fact="0.5319"/>
              <dgm:constr type="r" for="ch" forName="Child5" refType="w" fact="0.3147"/>
              <dgm:constr type="t" for="ch" forName="Child5" refType="h" fact="0.6876"/>
              <dgm:constr type="w" for="ch" forName="Child5" refType="w" fact="0.1469"/>
              <dgm:constr type="h" for="ch" forName="Child5" refType="h" fact="0.3124"/>
              <dgm:constr type="r" for="ch" forName="Accent4" refType="w" fact="0.5152"/>
              <dgm:constr type="t" for="ch" forName="Accent4" refType="h" fact="-0.0109"/>
              <dgm:constr type="w" for="ch" forName="Accent4" refType="w" fact="0.2226"/>
              <dgm:constr type="h" for="ch" forName="Accent4" refType="h" fact="0.806"/>
              <dgm:constr type="r" for="ch" forName="ParentBackground4" refType="w" fact="0.4773"/>
              <dgm:constr type="t" for="ch" forName="ParentBackground4" refType="h" fact="0.1262"/>
              <dgm:constr type="w" for="ch" forName="ParentBackground4" refType="w" fact="0.1469"/>
              <dgm:constr type="h" for="ch" forName="ParentBackground4" refType="h" fact="0.5319"/>
              <dgm:constr type="r" for="ch" forName="Child4" refType="w" fact="0.4773"/>
              <dgm:constr type="t" for="ch" forName="Child4" refType="h" fact="0.6876"/>
              <dgm:constr type="w" for="ch" forName="Child4" refType="w" fact="0.1469"/>
              <dgm:constr type="h" for="ch" forName="Child4" refType="h" fact="0.3124"/>
              <dgm:constr type="r" for="ch" forName="Accent3" refType="w" fact="0.6778"/>
              <dgm:constr type="t" for="ch" forName="Accent3" refType="h" fact="-0.0109"/>
              <dgm:constr type="w" for="ch" forName="Accent3" refType="w" fact="0.2226"/>
              <dgm:constr type="h" for="ch" forName="Accent3" refType="h" fact="0.806"/>
              <dgm:constr type="r" for="ch" forName="ParentBackground3" refType="w" fact="0.6399"/>
              <dgm:constr type="t" for="ch" forName="ParentBackground3" refType="h" fact="0.1262"/>
              <dgm:constr type="w" for="ch" forName="ParentBackground3" refType="w" fact="0.1469"/>
              <dgm:constr type="h" for="ch" forName="ParentBackground3" refType="h" fact="0.5319"/>
              <dgm:constr type="r" for="ch" forName="Child3" refType="w" fact="0.6399"/>
              <dgm:constr type="t" for="ch" forName="Child3" refType="h" fact="0.6876"/>
              <dgm:constr type="w" for="ch" forName="Child3" refType="w" fact="0.1469"/>
              <dgm:constr type="h" for="ch" forName="Child3" refType="h" fact="0.3124"/>
              <dgm:constr type="r" for="ch" forName="Accent2" refType="w" fact="0.8404"/>
              <dgm:constr type="t" for="ch" forName="Accent2" refType="h" fact="-0.0109"/>
              <dgm:constr type="w" for="ch" forName="Accent2" refType="w" fact="0.2226"/>
              <dgm:constr type="h" for="ch" forName="Accent2" refType="h" fact="0.806"/>
              <dgm:constr type="r" for="ch" forName="ParentBackground2" refType="w" fact="0.8025"/>
              <dgm:constr type="t" for="ch" forName="ParentBackground2" refType="h" fact="0.1262"/>
              <dgm:constr type="w" for="ch" forName="ParentBackground2" refType="w" fact="0.1469"/>
              <dgm:constr type="h" for="ch" forName="ParentBackground2" refType="h" fact="0.5319"/>
              <dgm:constr type="r" for="ch" forName="Child2" refType="w" fact="0.8025"/>
              <dgm:constr type="t" for="ch" forName="Child2" refType="h" fact="0.6876"/>
              <dgm:constr type="w" for="ch" forName="Child2" refType="w" fact="0.1469"/>
              <dgm:constr type="h" for="ch" forName="Child2" refType="h" fact="0.3124"/>
              <dgm:constr type="r" for="ch" forName="Accent1" refType="w" fact="1.003"/>
              <dgm:constr type="t" for="ch" forName="Accent1" refType="h" fact="-0.0109"/>
              <dgm:constr type="w" for="ch" forName="Accent1" refType="w" fact="0.2226"/>
              <dgm:constr type="h" for="ch" forName="Accent1" refType="h" fact="0.806"/>
              <dgm:constr type="r" for="ch" forName="ParentBackground1" refType="w" fact="0.9652"/>
              <dgm:constr type="t" for="ch" forName="ParentBackground1" refType="h" fact="0.1262"/>
              <dgm:constr type="w" for="ch" forName="ParentBackground1" refType="w" fact="0.1469"/>
              <dgm:constr type="h" for="ch" forName="ParentBackground1" refType="h" fact="0.5319"/>
              <dgm:constr type="r" for="ch" forName="Child1" refType="w" fact="0.9652"/>
              <dgm:constr type="t" for="ch" forName="Child1" refType="h" fact="0.6876"/>
              <dgm:constr type="w" for="ch" forName="Child1" refType="w" fact="0.1469"/>
              <dgm:constr type="h" for="ch" forName="Child1" refType="h" fact="0.3124"/>
            </dgm:constrLst>
          </dgm:if>
          <dgm:if name="Name23"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r" for="ch" forName="Parent7" refType="w" fact="0.1128"/>
              <dgm:constr type="t" for="ch" forName="Parent7" refType="h" fact="0.2022"/>
              <dgm:constr type="w" for="ch" forName="Parent7" refType="w" fact="0.0902"/>
              <dgm:constr type="h" for="ch" forName="Parent7" refType="h" fact="0.3799"/>
              <dgm:constr type="r" for="ch" forName="Parent6" refType="w" fact="0.2527"/>
              <dgm:constr type="t" for="ch" forName="Parent6" refType="h" fact="0.2022"/>
              <dgm:constr type="w" for="ch" forName="Parent6" refType="w" fact="0.0902"/>
              <dgm:constr type="h" for="ch" forName="Parent6" refType="h" fact="0.3799"/>
              <dgm:constr type="r" for="ch" forName="Parent5" refType="w" fact="0.3925"/>
              <dgm:constr type="t" for="ch" forName="Parent5" refType="h" fact="0.2022"/>
              <dgm:constr type="w" for="ch" forName="Parent5" refType="w" fact="0.0902"/>
              <dgm:constr type="h" for="ch" forName="Parent5" refType="h" fact="0.3799"/>
              <dgm:constr type="r" for="ch" forName="Parent4" refType="w" fact="0.5324"/>
              <dgm:constr type="t" for="ch" forName="Parent4" refType="h" fact="0.2022"/>
              <dgm:constr type="w" for="ch" forName="Parent4" refType="w" fact="0.0902"/>
              <dgm:constr type="h" for="ch" forName="Parent4" refType="h" fact="0.3799"/>
              <dgm:constr type="r" for="ch" forName="Parent3" refType="w" fact="0.6723"/>
              <dgm:constr type="t" for="ch" forName="Parent3" refType="h" fact="0.2022"/>
              <dgm:constr type="w" for="ch" forName="Parent3" refType="w" fact="0.0902"/>
              <dgm:constr type="h" for="ch" forName="Parent3" refType="h" fact="0.3799"/>
              <dgm:constr type="r" for="ch" forName="Parent2" refType="w" fact="0.8121"/>
              <dgm:constr type="t" for="ch" forName="Parent2" refType="h" fact="0.2022"/>
              <dgm:constr type="w" for="ch" forName="Parent2" refType="w" fact="0.0902"/>
              <dgm:constr type="h" for="ch" forName="Parent2" refType="h" fact="0.3799"/>
              <dgm:constr type="r" for="ch" forName="Parent1" refType="w" fact="0.952"/>
              <dgm:constr type="t" for="ch" forName="Parent1" refType="h" fact="0.2022"/>
              <dgm:constr type="w" for="ch" forName="Parent1" refType="w" fact="0.0902"/>
              <dgm:constr type="h" for="ch" forName="Parent1" refType="h" fact="0.3799"/>
              <dgm:constr type="r" for="ch" forName="Accent7" refType="w" fact="0.1354"/>
              <dgm:constr type="t" for="ch" forName="Accent7" refType="h" fact="0.1072"/>
              <dgm:constr type="w" for="ch" forName="Accent7" refType="w" fact="0.1354"/>
              <dgm:constr type="h" for="ch" forName="Accent7" refType="h" fact="0.5699"/>
              <dgm:constr type="r" for="ch" forName="ParentBackground7" refType="w" fact="0.1308"/>
              <dgm:constr type="t" for="ch" forName="ParentBackground7" refType="h" fact="0.1262"/>
              <dgm:constr type="w" for="ch" forName="ParentBackground7" refType="w" fact="0.1263"/>
              <dgm:constr type="h" for="ch" forName="ParentBackground7" refType="h" fact="0.5319"/>
              <dgm:constr type="r" for="ch" forName="Child7" refType="w" fact="0.1308"/>
              <dgm:constr type="t" for="ch" forName="Child7" refType="h" fact="0.6876"/>
              <dgm:constr type="w" for="ch" forName="Child7" refType="w" fact="0.1263"/>
              <dgm:constr type="h" for="ch" forName="Child7" refType="h" fact="0.3124"/>
              <dgm:constr type="r" for="ch" forName="Accent6" refType="w" fact="0.3033"/>
              <dgm:constr type="t" for="ch" forName="Accent6" refType="h" fact="-0.0109"/>
              <dgm:constr type="w" for="ch" forName="Accent6" refType="w" fact="0.1915"/>
              <dgm:constr type="h" for="ch" forName="Accent6" refType="h" fact="0.806"/>
              <dgm:constr type="r" for="ch" forName="ParentBackground6" refType="w" fact="0.2707"/>
              <dgm:constr type="t" for="ch" forName="ParentBackground6" refType="h" fact="0.1262"/>
              <dgm:constr type="w" for="ch" forName="ParentBackground6" refType="w" fact="0.1263"/>
              <dgm:constr type="h" for="ch" forName="ParentBackground6" refType="h" fact="0.5319"/>
              <dgm:constr type="r" for="ch" forName="Child6" refType="w" fact="0.2707"/>
              <dgm:constr type="t" for="ch" forName="Child6" refType="h" fact="0.6876"/>
              <dgm:constr type="w" for="ch" forName="Child6" refType="w" fact="0.1263"/>
              <dgm:constr type="h" for="ch" forName="Child6" refType="h" fact="0.3124"/>
              <dgm:constr type="r" for="ch" forName="Accent5" refType="w" fact="0.4431"/>
              <dgm:constr type="t" for="ch" forName="Accent5" refType="h" fact="-0.0109"/>
              <dgm:constr type="w" for="ch" forName="Accent5" refType="w" fact="0.1915"/>
              <dgm:constr type="h" for="ch" forName="Accent5" refType="h" fact="0.806"/>
              <dgm:constr type="r" for="ch" forName="ParentBackground5" refType="w" fact="0.4106"/>
              <dgm:constr type="t" for="ch" forName="ParentBackground5" refType="h" fact="0.1262"/>
              <dgm:constr type="w" for="ch" forName="ParentBackground5" refType="w" fact="0.1263"/>
              <dgm:constr type="h" for="ch" forName="ParentBackground5" refType="h" fact="0.5319"/>
              <dgm:constr type="r" for="ch" forName="Child5" refType="w" fact="0.4106"/>
              <dgm:constr type="t" for="ch" forName="Child5" refType="h" fact="0.6876"/>
              <dgm:constr type="w" for="ch" forName="Child5" refType="w" fact="0.1263"/>
              <dgm:constr type="h" for="ch" forName="Child5" refType="h" fact="0.3124"/>
              <dgm:constr type="r" for="ch" forName="Accent4" refType="w" fact="0.583"/>
              <dgm:constr type="t" for="ch" forName="Accent4" refType="h" fact="-0.0109"/>
              <dgm:constr type="w" for="ch" forName="Accent4" refType="w" fact="0.1915"/>
              <dgm:constr type="h" for="ch" forName="Accent4" refType="h" fact="0.806"/>
              <dgm:constr type="r" for="ch" forName="ParentBackground4" refType="w" fact="0.5504"/>
              <dgm:constr type="t" for="ch" forName="ParentBackground4" refType="h" fact="0.1262"/>
              <dgm:constr type="w" for="ch" forName="ParentBackground4" refType="w" fact="0.1263"/>
              <dgm:constr type="h" for="ch" forName="ParentBackground4" refType="h" fact="0.5319"/>
              <dgm:constr type="r" for="ch" forName="Child4" refType="w" fact="0.5504"/>
              <dgm:constr type="t" for="ch" forName="Child4" refType="h" fact="0.6876"/>
              <dgm:constr type="w" for="ch" forName="Child4" refType="w" fact="0.1263"/>
              <dgm:constr type="h" for="ch" forName="Child4" refType="h" fact="0.3124"/>
              <dgm:constr type="r" for="ch" forName="Accent3" refType="w" fact="0.7229"/>
              <dgm:constr type="t" for="ch" forName="Accent3" refType="h" fact="-0.0109"/>
              <dgm:constr type="w" for="ch" forName="Accent3" refType="w" fact="0.1915"/>
              <dgm:constr type="h" for="ch" forName="Accent3" refType="h" fact="0.806"/>
              <dgm:constr type="r" for="ch" forName="ParentBackground3" refType="w" fact="0.6903"/>
              <dgm:constr type="t" for="ch" forName="ParentBackground3" refType="h" fact="0.1262"/>
              <dgm:constr type="w" for="ch" forName="ParentBackground3" refType="w" fact="0.1263"/>
              <dgm:constr type="h" for="ch" forName="ParentBackground3" refType="h" fact="0.5319"/>
              <dgm:constr type="r" for="ch" forName="Child3" refType="w" fact="0.6903"/>
              <dgm:constr type="t" for="ch" forName="Child3" refType="h" fact="0.6876"/>
              <dgm:constr type="w" for="ch" forName="Child3" refType="w" fact="0.1263"/>
              <dgm:constr type="h" for="ch" forName="Child3" refType="h" fact="0.3124"/>
              <dgm:constr type="r" for="ch" forName="Accent2" refType="w" fact="0.8627"/>
              <dgm:constr type="t" for="ch" forName="Accent2" refType="h" fact="-0.0109"/>
              <dgm:constr type="w" for="ch" forName="Accent2" refType="w" fact="0.1915"/>
              <dgm:constr type="h" for="ch" forName="Accent2" refType="h" fact="0.806"/>
              <dgm:constr type="r" for="ch" forName="ParentBackground2" refType="w" fact="0.8302"/>
              <dgm:constr type="t" for="ch" forName="ParentBackground2" refType="h" fact="0.1262"/>
              <dgm:constr type="w" for="ch" forName="ParentBackground2" refType="w" fact="0.1263"/>
              <dgm:constr type="h" for="ch" forName="ParentBackground2" refType="h" fact="0.5319"/>
              <dgm:constr type="r" for="ch" forName="Child2" refType="w" fact="0.8302"/>
              <dgm:constr type="t" for="ch" forName="Child2" refType="h" fact="0.6876"/>
              <dgm:constr type="w" for="ch" forName="Child2" refType="w" fact="0.1263"/>
              <dgm:constr type="h" for="ch" forName="Child2" refType="h" fact="0.3124"/>
              <dgm:constr type="r" for="ch" forName="Accent1" refType="w" fact="1.0026"/>
              <dgm:constr type="t" for="ch" forName="Accent1" refType="h" fact="-0.0109"/>
              <dgm:constr type="w" for="ch" forName="Accent1" refType="w" fact="0.1915"/>
              <dgm:constr type="h" for="ch" forName="Accent1" refType="h" fact="0.806"/>
              <dgm:constr type="r" for="ch" forName="ParentBackground1" refType="w" fact="0.97"/>
              <dgm:constr type="t" for="ch" forName="ParentBackground1" refType="h" fact="0.1262"/>
              <dgm:constr type="w" for="ch" forName="ParentBackground1" refType="w" fact="0.1263"/>
              <dgm:constr type="h" for="ch" forName="ParentBackground1" refType="h" fact="0.5319"/>
              <dgm:constr type="r" for="ch" forName="Child1" refType="w" fact="0.97"/>
              <dgm:constr type="t" for="ch" forName="Child1" refType="h" fact="0.6876"/>
              <dgm:constr type="w" for="ch" forName="Child1" refType="w" fact="0.1263"/>
              <dgm:constr type="h" for="ch" forName="Child1" refType="h" fact="0.3124"/>
            </dgm:constrLst>
          </dgm:if>
          <dgm:if name="Name24"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r" for="ch" forName="Parent8" refType="w" fact="0.099"/>
              <dgm:constr type="t" for="ch" forName="Parent8" refType="h" fact="0.2022"/>
              <dgm:constr type="w" for="ch" forName="Parent8" refType="w" fact="0.0792"/>
              <dgm:constr type="h" for="ch" forName="Parent8" refType="h" fact="0.3799"/>
              <dgm:constr type="r" for="ch" forName="Parent7" refType="w" fact="0.2217"/>
              <dgm:constr type="t" for="ch" forName="Parent7" refType="h" fact="0.2022"/>
              <dgm:constr type="w" for="ch" forName="Parent7" refType="w" fact="0.0792"/>
              <dgm:constr type="h" for="ch" forName="Parent7" refType="h" fact="0.3799"/>
              <dgm:constr type="r" for="ch" forName="Parent6" refType="w" fact="0.3444"/>
              <dgm:constr type="t" for="ch" forName="Parent6" refType="h" fact="0.2022"/>
              <dgm:constr type="w" for="ch" forName="Parent6" refType="w" fact="0.0792"/>
              <dgm:constr type="h" for="ch" forName="Parent6" refType="h" fact="0.3799"/>
              <dgm:constr type="r" for="ch" forName="Parent5" refType="w" fact="0.4671"/>
              <dgm:constr type="t" for="ch" forName="Parent5" refType="h" fact="0.2022"/>
              <dgm:constr type="w" for="ch" forName="Parent5" refType="w" fact="0.0792"/>
              <dgm:constr type="h" for="ch" forName="Parent5" refType="h" fact="0.3799"/>
              <dgm:constr type="r" for="ch" forName="Parent4" refType="w" fact="0.5898"/>
              <dgm:constr type="t" for="ch" forName="Parent4" refType="h" fact="0.2022"/>
              <dgm:constr type="w" for="ch" forName="Parent4" refType="w" fact="0.0792"/>
              <dgm:constr type="h" for="ch" forName="Parent4" refType="h" fact="0.3799"/>
              <dgm:constr type="r" for="ch" forName="Parent3" refType="w" fact="0.7125"/>
              <dgm:constr type="t" for="ch" forName="Parent3" refType="h" fact="0.2022"/>
              <dgm:constr type="w" for="ch" forName="Parent3" refType="w" fact="0.0792"/>
              <dgm:constr type="h" for="ch" forName="Parent3" refType="h" fact="0.3799"/>
              <dgm:constr type="r" for="ch" forName="Parent2" refType="w" fact="0.8352"/>
              <dgm:constr type="t" for="ch" forName="Parent2" refType="h" fact="0.2022"/>
              <dgm:constr type="w" for="ch" forName="Parent2" refType="w" fact="0.0792"/>
              <dgm:constr type="h" for="ch" forName="Parent2" refType="h" fact="0.3799"/>
              <dgm:constr type="r" for="ch" forName="Parent1" refType="w" fact="0.9579"/>
              <dgm:constr type="t" for="ch" forName="Parent1" refType="h" fact="0.2022"/>
              <dgm:constr type="w" for="ch" forName="Parent1" refType="w" fact="0.0792"/>
              <dgm:constr type="h" for="ch" forName="Parent1" refType="h" fact="0.3799"/>
              <dgm:constr type="r" for="ch" forName="Accent8" refType="w" fact="0.1187"/>
              <dgm:constr type="t" for="ch" forName="Accent8" refType="h" fact="0.1072"/>
              <dgm:constr type="w" for="ch" forName="Accent8" refType="w" fact="0.1187"/>
              <dgm:constr type="h" for="ch" forName="Accent8" refType="h" fact="0.5699"/>
              <dgm:constr type="r" for="ch" forName="ParentBackground8" refType="w" fact="0.1148"/>
              <dgm:constr type="t" for="ch" forName="ParentBackground8" refType="h" fact="0.1262"/>
              <dgm:constr type="w" for="ch" forName="ParentBackground8" refType="w" fact="0.1108"/>
              <dgm:constr type="h" for="ch" forName="ParentBackground8" refType="h" fact="0.5319"/>
              <dgm:constr type="r" for="ch" forName="Child8" refType="w" fact="0.1148"/>
              <dgm:constr type="t" for="ch" forName="Child8" refType="h" fact="0.6876"/>
              <dgm:constr type="w" for="ch" forName="Child8" refType="w" fact="0.1108"/>
              <dgm:constr type="h" for="ch" forName="Child8" refType="h" fact="0.3124"/>
              <dgm:constr type="r" for="ch" forName="Accent7" refType="w" fact="0.2661"/>
              <dgm:constr type="t" for="ch" forName="Accent7" refType="h" fact="-0.0109"/>
              <dgm:constr type="w" for="ch" forName="Accent7" refType="w" fact="0.1679"/>
              <dgm:constr type="h" for="ch" forName="Accent7" refType="h" fact="0.806"/>
              <dgm:constr type="r" for="ch" forName="ParentBackground7" refType="w" fact="0.2375"/>
              <dgm:constr type="t" for="ch" forName="ParentBackground7" refType="h" fact="0.1262"/>
              <dgm:constr type="w" for="ch" forName="ParentBackground7" refType="w" fact="0.1108"/>
              <dgm:constr type="h" for="ch" forName="ParentBackground7" refType="h" fact="0.5319"/>
              <dgm:constr type="r" for="ch" forName="Child7" refType="w" fact="0.2375"/>
              <dgm:constr type="t" for="ch" forName="Child7" refType="h" fact="0.6876"/>
              <dgm:constr type="w" for="ch" forName="Child7" refType="w" fact="0.1108"/>
              <dgm:constr type="h" for="ch" forName="Child7" refType="h" fact="0.3124"/>
              <dgm:constr type="r" for="ch" forName="Accent6" refType="w" fact="0.3888"/>
              <dgm:constr type="t" for="ch" forName="Accent6" refType="h" fact="-0.0109"/>
              <dgm:constr type="w" for="ch" forName="Accent6" refType="w" fact="0.1679"/>
              <dgm:constr type="h" for="ch" forName="Accent6" refType="h" fact="0.806"/>
              <dgm:constr type="r" for="ch" forName="ParentBackground6" refType="w" fact="0.3602"/>
              <dgm:constr type="t" for="ch" forName="ParentBackground6" refType="h" fact="0.1262"/>
              <dgm:constr type="w" for="ch" forName="ParentBackground6" refType="w" fact="0.1108"/>
              <dgm:constr type="h" for="ch" forName="ParentBackground6" refType="h" fact="0.5319"/>
              <dgm:constr type="r" for="ch" forName="Child6" refType="w" fact="0.3602"/>
              <dgm:constr type="t" for="ch" forName="Child6" refType="h" fact="0.6876"/>
              <dgm:constr type="w" for="ch" forName="Child6" refType="w" fact="0.1108"/>
              <dgm:constr type="h" for="ch" forName="Child6" refType="h" fact="0.3124"/>
              <dgm:constr type="r" for="ch" forName="Accent5" refType="w" fact="0.5115"/>
              <dgm:constr type="t" for="ch" forName="Accent5" refType="h" fact="-0.0109"/>
              <dgm:constr type="w" for="ch" forName="Accent5" refType="w" fact="0.1679"/>
              <dgm:constr type="h" for="ch" forName="Accent5" refType="h" fact="0.806"/>
              <dgm:constr type="r" for="ch" forName="ParentBackground5" refType="w" fact="0.4829"/>
              <dgm:constr type="t" for="ch" forName="ParentBackground5" refType="h" fact="0.1262"/>
              <dgm:constr type="w" for="ch" forName="ParentBackground5" refType="w" fact="0.1108"/>
              <dgm:constr type="h" for="ch" forName="ParentBackground5" refType="h" fact="0.5319"/>
              <dgm:constr type="r" for="ch" forName="Child5" refType="w" fact="0.4829"/>
              <dgm:constr type="t" for="ch" forName="Child5" refType="h" fact="0.6876"/>
              <dgm:constr type="w" for="ch" forName="Child5" refType="w" fact="0.1108"/>
              <dgm:constr type="h" for="ch" forName="Child5" refType="h" fact="0.3124"/>
              <dgm:constr type="r" for="ch" forName="Accent4" refType="w" fact="0.6342"/>
              <dgm:constr type="t" for="ch" forName="Accent4" refType="h" fact="-0.0109"/>
              <dgm:constr type="w" for="ch" forName="Accent4" refType="w" fact="0.1679"/>
              <dgm:constr type="h" for="ch" forName="Accent4" refType="h" fact="0.806"/>
              <dgm:constr type="r" for="ch" forName="ParentBackground4" refType="w" fact="0.6056"/>
              <dgm:constr type="t" for="ch" forName="ParentBackground4" refType="h" fact="0.1262"/>
              <dgm:constr type="w" for="ch" forName="ParentBackground4" refType="w" fact="0.1108"/>
              <dgm:constr type="h" for="ch" forName="ParentBackground4" refType="h" fact="0.5319"/>
              <dgm:constr type="r" for="ch" forName="Child4" refType="w" fact="0.6056"/>
              <dgm:constr type="t" for="ch" forName="Child4" refType="h" fact="0.6876"/>
              <dgm:constr type="w" for="ch" forName="Child4" refType="w" fact="0.1108"/>
              <dgm:constr type="h" for="ch" forName="Child4" refType="h" fact="0.3124"/>
              <dgm:constr type="r" for="ch" forName="Accent3" refType="w" fact="0.7569"/>
              <dgm:constr type="t" for="ch" forName="Accent3" refType="h" fact="-0.0109"/>
              <dgm:constr type="w" for="ch" forName="Accent3" refType="w" fact="0.1679"/>
              <dgm:constr type="h" for="ch" forName="Accent3" refType="h" fact="0.806"/>
              <dgm:constr type="r" for="ch" forName="ParentBackground3" refType="w" fact="0.7283"/>
              <dgm:constr type="t" for="ch" forName="ParentBackground3" refType="h" fact="0.1262"/>
              <dgm:constr type="w" for="ch" forName="ParentBackground3" refType="w" fact="0.1108"/>
              <dgm:constr type="h" for="ch" forName="ParentBackground3" refType="h" fact="0.5319"/>
              <dgm:constr type="r" for="ch" forName="Child3" refType="w" fact="0.7283"/>
              <dgm:constr type="t" for="ch" forName="Child3" refType="h" fact="0.6876"/>
              <dgm:constr type="w" for="ch" forName="Child3" refType="w" fact="0.1108"/>
              <dgm:constr type="h" for="ch" forName="Child3" refType="h" fact="0.3124"/>
              <dgm:constr type="r" for="ch" forName="Accent2" refType="w" fact="0.8796"/>
              <dgm:constr type="t" for="ch" forName="Accent2" refType="h" fact="-0.0109"/>
              <dgm:constr type="w" for="ch" forName="Accent2" refType="w" fact="0.1679"/>
              <dgm:constr type="h" for="ch" forName="Accent2" refType="h" fact="0.806"/>
              <dgm:constr type="r" for="ch" forName="ParentBackground2" refType="w" fact="0.851"/>
              <dgm:constr type="t" for="ch" forName="ParentBackground2" refType="h" fact="0.1262"/>
              <dgm:constr type="w" for="ch" forName="ParentBackground2" refType="w" fact="0.1108"/>
              <dgm:constr type="h" for="ch" forName="ParentBackground2" refType="h" fact="0.5319"/>
              <dgm:constr type="r" for="ch" forName="Child2" refType="w" fact="0.851"/>
              <dgm:constr type="t" for="ch" forName="Child2" refType="h" fact="0.6876"/>
              <dgm:constr type="w" for="ch" forName="Child2" refType="w" fact="0.1108"/>
              <dgm:constr type="h" for="ch" forName="Child2" refType="h" fact="0.3124"/>
              <dgm:constr type="r" for="ch" forName="Accent1" refType="w" fact="1.0023"/>
              <dgm:constr type="t" for="ch" forName="Accent1" refType="h" fact="-0.0109"/>
              <dgm:constr type="w" for="ch" forName="Accent1" refType="w" fact="0.1679"/>
              <dgm:constr type="h" for="ch" forName="Accent1" refType="h" fact="0.806"/>
              <dgm:constr type="r" for="ch" forName="ParentBackground1" refType="w" fact="0.9737"/>
              <dgm:constr type="t" for="ch" forName="ParentBackground1" refType="h" fact="0.1262"/>
              <dgm:constr type="w" for="ch" forName="ParentBackground1" refType="w" fact="0.1108"/>
              <dgm:constr type="h" for="ch" forName="ParentBackground1" refType="h" fact="0.5319"/>
              <dgm:constr type="r" for="ch" forName="Child1" refType="w" fact="0.9737"/>
              <dgm:constr type="t" for="ch" forName="Child1" refType="h" fact="0.6876"/>
              <dgm:constr type="w" for="ch" forName="Child1" refType="w" fact="0.1108"/>
              <dgm:constr type="h" for="ch" forName="Child1" refType="h" fact="0.3124"/>
            </dgm:constrLst>
          </dgm:if>
          <dgm:if name="Name25"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r" for="ch" forName="Parent9" refType="w" fact="0.0881"/>
              <dgm:constr type="t" for="ch" forName="Parent9" refType="h" fact="0.2022"/>
              <dgm:constr type="w" for="ch" forName="Parent9" refType="w" fact="0.0705"/>
              <dgm:constr type="h" for="ch" forName="Parent9" refType="h" fact="0.3799"/>
              <dgm:constr type="r" for="ch" forName="Parent8" refType="w" fact="0.1974"/>
              <dgm:constr type="t" for="ch" forName="Parent8" refType="h" fact="0.2022"/>
              <dgm:constr type="w" for="ch" forName="Parent8" refType="w" fact="0.0705"/>
              <dgm:constr type="h" for="ch" forName="Parent8" refType="h" fact="0.3799"/>
              <dgm:constr type="r" for="ch" forName="Parent7" refType="w" fact="0.3067"/>
              <dgm:constr type="t" for="ch" forName="Parent7" refType="h" fact="0.2022"/>
              <dgm:constr type="w" for="ch" forName="Parent7" refType="w" fact="0.0705"/>
              <dgm:constr type="h" for="ch" forName="Parent7" refType="h" fact="0.3799"/>
              <dgm:constr type="r" for="ch" forName="Parent6" refType="w" fact="0.416"/>
              <dgm:constr type="t" for="ch" forName="Parent6" refType="h" fact="0.2022"/>
              <dgm:constr type="w" for="ch" forName="Parent6" refType="w" fact="0.0705"/>
              <dgm:constr type="h" for="ch" forName="Parent6" refType="h" fact="0.3799"/>
              <dgm:constr type="r" for="ch" forName="Parent5" refType="w" fact="0.5253"/>
              <dgm:constr type="t" for="ch" forName="Parent5" refType="h" fact="0.2022"/>
              <dgm:constr type="w" for="ch" forName="Parent5" refType="w" fact="0.0705"/>
              <dgm:constr type="h" for="ch" forName="Parent5" refType="h" fact="0.3799"/>
              <dgm:constr type="r" for="ch" forName="Parent4" refType="w" fact="0.6346"/>
              <dgm:constr type="t" for="ch" forName="Parent4" refType="h" fact="0.2022"/>
              <dgm:constr type="w" for="ch" forName="Parent4" refType="w" fact="0.0705"/>
              <dgm:constr type="h" for="ch" forName="Parent4" refType="h" fact="0.3799"/>
              <dgm:constr type="r" for="ch" forName="Parent3" refType="w" fact="0.7439"/>
              <dgm:constr type="t" for="ch" forName="Parent3" refType="h" fact="0.2022"/>
              <dgm:constr type="w" for="ch" forName="Parent3" refType="w" fact="0.0705"/>
              <dgm:constr type="h" for="ch" forName="Parent3" refType="h" fact="0.3799"/>
              <dgm:constr type="r" for="ch" forName="Parent2" refType="w" fact="0.8532"/>
              <dgm:constr type="t" for="ch" forName="Parent2" refType="h" fact="0.2022"/>
              <dgm:constr type="w" for="ch" forName="Parent2" refType="w" fact="0.0705"/>
              <dgm:constr type="h" for="ch" forName="Parent2" refType="h" fact="0.3799"/>
              <dgm:constr type="r" for="ch" forName="Parent1" refType="w" fact="0.9625"/>
              <dgm:constr type="t" for="ch" forName="Parent1" refType="h" fact="0.2022"/>
              <dgm:constr type="w" for="ch" forName="Parent1" refType="w" fact="0.0705"/>
              <dgm:constr type="h" for="ch" forName="Parent1" refType="h" fact="0.3799"/>
              <dgm:constr type="r" for="ch" forName="Accent9" refType="w" fact="0.1058"/>
              <dgm:constr type="t" for="ch" forName="Accent9" refType="h" fact="0.1072"/>
              <dgm:constr type="w" for="ch" forName="Accent9" refType="w" fact="0.1058"/>
              <dgm:constr type="h" for="ch" forName="Accent9" refType="h" fact="0.5699"/>
              <dgm:constr type="r" for="ch" forName="ParentBackground9" refType="w" fact="0.1022"/>
              <dgm:constr type="t" for="ch" forName="ParentBackground9" refType="h" fact="0.1262"/>
              <dgm:constr type="w" for="ch" forName="ParentBackground9" refType="w" fact="0.0987"/>
              <dgm:constr type="h" for="ch" forName="ParentBackground9" refType="h" fact="0.5319"/>
              <dgm:constr type="r" for="ch" forName="Child9" refType="w" fact="0.1022"/>
              <dgm:constr type="t" for="ch" forName="Child9" refType="h" fact="0.6876"/>
              <dgm:constr type="w" for="ch" forName="Child9" refType="w" fact="0.0987"/>
              <dgm:constr type="h" for="ch" forName="Child9" refType="h" fact="0.3124"/>
              <dgm:constr type="r" for="ch" forName="Accent8" refType="w" fact="0.237"/>
              <dgm:constr type="t" for="ch" forName="Accent8" refType="h" fact="-0.0109"/>
              <dgm:constr type="w" for="ch" forName="Accent8" refType="w" fact="0.1496"/>
              <dgm:constr type="h" for="ch" forName="Accent8" refType="h" fact="0.806"/>
              <dgm:constr type="r" for="ch" forName="ParentBackground8" refType="w" fact="0.2115"/>
              <dgm:constr type="t" for="ch" forName="ParentBackground8" refType="h" fact="0.1262"/>
              <dgm:constr type="w" for="ch" forName="ParentBackground8" refType="w" fact="0.0987"/>
              <dgm:constr type="h" for="ch" forName="ParentBackground8" refType="h" fact="0.5319"/>
              <dgm:constr type="r" for="ch" forName="Child8" refType="w" fact="0.2115"/>
              <dgm:constr type="t" for="ch" forName="Child8" refType="h" fact="0.6876"/>
              <dgm:constr type="w" for="ch" forName="Child8" refType="w" fact="0.0987"/>
              <dgm:constr type="h" for="ch" forName="Child8" refType="h" fact="0.3124"/>
              <dgm:constr type="r" for="ch" forName="Accent7" refType="w" fact="0.3462"/>
              <dgm:constr type="t" for="ch" forName="Accent7" refType="h" fact="-0.0109"/>
              <dgm:constr type="w" for="ch" forName="Accent7" refType="w" fact="0.1496"/>
              <dgm:constr type="h" for="ch" forName="Accent7" refType="h" fact="0.806"/>
              <dgm:constr type="r" for="ch" forName="ParentBackground7" refType="w" fact="0.3208"/>
              <dgm:constr type="t" for="ch" forName="ParentBackground7" refType="h" fact="0.1262"/>
              <dgm:constr type="w" for="ch" forName="ParentBackground7" refType="w" fact="0.0987"/>
              <dgm:constr type="h" for="ch" forName="ParentBackground7" refType="h" fact="0.5319"/>
              <dgm:constr type="r" for="ch" forName="Child7" refType="w" fact="0.3208"/>
              <dgm:constr type="t" for="ch" forName="Child7" refType="h" fact="0.6876"/>
              <dgm:constr type="w" for="ch" forName="Child7" refType="w" fact="0.0987"/>
              <dgm:constr type="h" for="ch" forName="Child7" refType="h" fact="0.3124"/>
              <dgm:constr type="r" for="ch" forName="Accent6" refType="w" fact="0.4555"/>
              <dgm:constr type="t" for="ch" forName="Accent6" refType="h" fact="-0.0109"/>
              <dgm:constr type="w" for="ch" forName="Accent6" refType="w" fact="0.1496"/>
              <dgm:constr type="h" for="ch" forName="Accent6" refType="h" fact="0.806"/>
              <dgm:constr type="r" for="ch" forName="ParentBackground6" refType="w" fact="0.4301"/>
              <dgm:constr type="t" for="ch" forName="ParentBackground6" refType="h" fact="0.1262"/>
              <dgm:constr type="w" for="ch" forName="ParentBackground6" refType="w" fact="0.0987"/>
              <dgm:constr type="h" for="ch" forName="ParentBackground6" refType="h" fact="0.5319"/>
              <dgm:constr type="r" for="ch" forName="Child6" refType="w" fact="0.4301"/>
              <dgm:constr type="t" for="ch" forName="Child6" refType="h" fact="0.6876"/>
              <dgm:constr type="w" for="ch" forName="Child6" refType="w" fact="0.0987"/>
              <dgm:constr type="h" for="ch" forName="Child6" refType="h" fact="0.3124"/>
              <dgm:constr type="r" for="ch" forName="Accent5" refType="w" fact="0.5648"/>
              <dgm:constr type="t" for="ch" forName="Accent5" refType="h" fact="-0.0109"/>
              <dgm:constr type="w" for="ch" forName="Accent5" refType="w" fact="0.1496"/>
              <dgm:constr type="h" for="ch" forName="Accent5" refType="h" fact="0.806"/>
              <dgm:constr type="r" for="ch" forName="ParentBackground5" refType="w" fact="0.5394"/>
              <dgm:constr type="t" for="ch" forName="ParentBackground5" refType="h" fact="0.1262"/>
              <dgm:constr type="w" for="ch" forName="ParentBackground5" refType="w" fact="0.0987"/>
              <dgm:constr type="h" for="ch" forName="ParentBackground5" refType="h" fact="0.5319"/>
              <dgm:constr type="r" for="ch" forName="Child5" refType="w" fact="0.5394"/>
              <dgm:constr type="t" for="ch" forName="Child5" refType="h" fact="0.6876"/>
              <dgm:constr type="w" for="ch" forName="Child5" refType="w" fact="0.0987"/>
              <dgm:constr type="h" for="ch" forName="Child5" refType="h" fact="0.3124"/>
              <dgm:constr type="r" for="ch" forName="Accent4" refType="w" fact="0.6741"/>
              <dgm:constr type="t" for="ch" forName="Accent4" refType="h" fact="-0.0109"/>
              <dgm:constr type="w" for="ch" forName="Accent4" refType="w" fact="0.1496"/>
              <dgm:constr type="h" for="ch" forName="Accent4" refType="h" fact="0.806"/>
              <dgm:constr type="r" for="ch" forName="ParentBackground4" refType="w" fact="0.6487"/>
              <dgm:constr type="t" for="ch" forName="ParentBackground4" refType="h" fact="0.1262"/>
              <dgm:constr type="w" for="ch" forName="ParentBackground4" refType="w" fact="0.0987"/>
              <dgm:constr type="h" for="ch" forName="ParentBackground4" refType="h" fact="0.5319"/>
              <dgm:constr type="r" for="ch" forName="Child4" refType="w" fact="0.6487"/>
              <dgm:constr type="t" for="ch" forName="Child4" refType="h" fact="0.6876"/>
              <dgm:constr type="w" for="ch" forName="Child4" refType="w" fact="0.0987"/>
              <dgm:constr type="h" for="ch" forName="Child4" refType="h" fact="0.3124"/>
              <dgm:constr type="r" for="ch" forName="Accent3" refType="w" fact="0.7834"/>
              <dgm:constr type="t" for="ch" forName="Accent3" refType="h" fact="-0.0109"/>
              <dgm:constr type="w" for="ch" forName="Accent3" refType="w" fact="0.1496"/>
              <dgm:constr type="h" for="ch" forName="Accent3" refType="h" fact="0.806"/>
              <dgm:constr type="r" for="ch" forName="ParentBackground3" refType="w" fact="0.758"/>
              <dgm:constr type="t" for="ch" forName="ParentBackground3" refType="h" fact="0.1262"/>
              <dgm:constr type="w" for="ch" forName="ParentBackground3" refType="w" fact="0.0987"/>
              <dgm:constr type="h" for="ch" forName="ParentBackground3" refType="h" fact="0.5319"/>
              <dgm:constr type="r" for="ch" forName="Child3" refType="w" fact="0.758"/>
              <dgm:constr type="t" for="ch" forName="Child3" refType="h" fact="0.6876"/>
              <dgm:constr type="w" for="ch" forName="Child3" refType="w" fact="0.0987"/>
              <dgm:constr type="h" for="ch" forName="Child3" refType="h" fact="0.3124"/>
              <dgm:constr type="r" for="ch" forName="Accent2" refType="w" fact="0.8927"/>
              <dgm:constr type="t" for="ch" forName="Accent2" refType="h" fact="-0.0109"/>
              <dgm:constr type="w" for="ch" forName="Accent2" refType="w" fact="0.1496"/>
              <dgm:constr type="h" for="ch" forName="Accent2" refType="h" fact="0.806"/>
              <dgm:constr type="r" for="ch" forName="ParentBackground2" refType="w" fact="0.8673"/>
              <dgm:constr type="t" for="ch" forName="ParentBackground2" refType="h" fact="0.1262"/>
              <dgm:constr type="w" for="ch" forName="ParentBackground2" refType="w" fact="0.0987"/>
              <dgm:constr type="h" for="ch" forName="ParentBackground2" refType="h" fact="0.5319"/>
              <dgm:constr type="r" for="ch" forName="Child2" refType="w" fact="0.8673"/>
              <dgm:constr type="t" for="ch" forName="Child2" refType="h" fact="0.6876"/>
              <dgm:constr type="w" for="ch" forName="Child2" refType="w" fact="0.0987"/>
              <dgm:constr type="h" for="ch" forName="Child2" refType="h" fact="0.3124"/>
              <dgm:constr type="r" for="ch" forName="Accent1" refType="w" fact="1.002"/>
              <dgm:constr type="t" for="ch" forName="Accent1" refType="h" fact="-0.0109"/>
              <dgm:constr type="w" for="ch" forName="Accent1" refType="w" fact="0.1496"/>
              <dgm:constr type="h" for="ch" forName="Accent1" refType="h" fact="0.806"/>
              <dgm:constr type="r" for="ch" forName="ParentBackground1" refType="w" fact="0.9765"/>
              <dgm:constr type="t" for="ch" forName="ParentBackground1" refType="h" fact="0.1262"/>
              <dgm:constr type="w" for="ch" forName="ParentBackground1" refType="w" fact="0.0987"/>
              <dgm:constr type="h" for="ch" forName="ParentBackground1" refType="h" fact="0.5319"/>
              <dgm:constr type="r" for="ch" forName="Child1" refType="w" fact="0.9765"/>
              <dgm:constr type="t" for="ch" forName="Child1" refType="h" fact="0.6876"/>
              <dgm:constr type="w" for="ch" forName="Child1" refType="w" fact="0.0987"/>
              <dgm:constr type="h" for="ch" forName="Child1" refType="h" fact="0.3124"/>
            </dgm:constrLst>
          </dgm:if>
          <dgm:if name="Name26"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r" for="ch" forName="Parent10" refType="w" fact="0.0795"/>
              <dgm:constr type="t" for="ch" forName="Parent10" refType="h" fact="0.2022"/>
              <dgm:constr type="w" for="ch" forName="Parent10" refType="w" fact="0.0636"/>
              <dgm:constr type="h" for="ch" forName="Parent10" refType="h" fact="0.3799"/>
              <dgm:constr type="r" for="ch" forName="Parent9" refType="w" fact="0.178"/>
              <dgm:constr type="t" for="ch" forName="Parent9" refType="h" fact="0.2022"/>
              <dgm:constr type="w" for="ch" forName="Parent9" refType="w" fact="0.0636"/>
              <dgm:constr type="h" for="ch" forName="Parent9" refType="h" fact="0.3799"/>
              <dgm:constr type="r" for="ch" forName="Parent8" refType="w" fact="0.2765"/>
              <dgm:constr type="t" for="ch" forName="Parent8" refType="h" fact="0.2022"/>
              <dgm:constr type="w" for="ch" forName="Parent8" refType="w" fact="0.0636"/>
              <dgm:constr type="h" for="ch" forName="Parent8" refType="h" fact="0.3799"/>
              <dgm:constr type="r" for="ch" forName="Parent7" refType="w" fact="0.375"/>
              <dgm:constr type="t" for="ch" forName="Parent7" refType="h" fact="0.2022"/>
              <dgm:constr type="w" for="ch" forName="Parent7" refType="w" fact="0.0636"/>
              <dgm:constr type="h" for="ch" forName="Parent7" refType="h" fact="0.3799"/>
              <dgm:constr type="r" for="ch" forName="Parent6" refType="w" fact="0.4736"/>
              <dgm:constr type="t" for="ch" forName="Parent6" refType="h" fact="0.2022"/>
              <dgm:constr type="w" for="ch" forName="Parent6" refType="w" fact="0.0636"/>
              <dgm:constr type="h" for="ch" forName="Parent6" refType="h" fact="0.3799"/>
              <dgm:constr type="r" for="ch" forName="Parent5" refType="w" fact="0.5721"/>
              <dgm:constr type="t" for="ch" forName="Parent5" refType="h" fact="0.2022"/>
              <dgm:constr type="w" for="ch" forName="Parent5" refType="w" fact="0.0636"/>
              <dgm:constr type="h" for="ch" forName="Parent5" refType="h" fact="0.3799"/>
              <dgm:constr type="r" for="ch" forName="Parent4" refType="w" fact="0.6706"/>
              <dgm:constr type="t" for="ch" forName="Parent4" refType="h" fact="0.2022"/>
              <dgm:constr type="w" for="ch" forName="Parent4" refType="w" fact="0.0636"/>
              <dgm:constr type="h" for="ch" forName="Parent4" refType="h" fact="0.3799"/>
              <dgm:constr type="r" for="ch" forName="Parent3" refType="w" fact="0.7691"/>
              <dgm:constr type="t" for="ch" forName="Parent3" refType="h" fact="0.2022"/>
              <dgm:constr type="w" for="ch" forName="Parent3" refType="w" fact="0.0636"/>
              <dgm:constr type="h" for="ch" forName="Parent3" refType="h" fact="0.3799"/>
              <dgm:constr type="r" for="ch" forName="Parent2" refType="w" fact="0.8676"/>
              <dgm:constr type="t" for="ch" forName="Parent2" refType="h" fact="0.2022"/>
              <dgm:constr type="w" for="ch" forName="Parent2" refType="w" fact="0.0636"/>
              <dgm:constr type="h" for="ch" forName="Parent2" refType="h" fact="0.3799"/>
              <dgm:constr type="r" for="ch" forName="Parent1" refType="w" fact="0.9662"/>
              <dgm:constr type="t" for="ch" forName="Parent1" refType="h" fact="0.2022"/>
              <dgm:constr type="w" for="ch" forName="Parent1" refType="w" fact="0.0636"/>
              <dgm:constr type="h" for="ch" forName="Parent1" refType="h" fact="0.3799"/>
              <dgm:constr type="r" for="ch" forName="Accent10" refType="w" fact="0.0953"/>
              <dgm:constr type="t" for="ch" forName="Accent10" refType="h" fact="0.1072"/>
              <dgm:constr type="w" for="ch" forName="Accent10" refType="w" fact="0.0953"/>
              <dgm:constr type="h" for="ch" forName="Accent10" refType="h" fact="0.5699"/>
              <dgm:constr type="r" for="ch" forName="ParentBackground10" refType="w" fact="0.0922"/>
              <dgm:constr type="t" for="ch" forName="ParentBackground10" refType="h" fact="0.1262"/>
              <dgm:constr type="w" for="ch" forName="ParentBackground10" refType="w" fact="0.089"/>
              <dgm:constr type="h" for="ch" forName="ParentBackground10" refType="h" fact="0.5319"/>
              <dgm:constr type="r" for="ch" forName="Child10" refType="w" fact="0.0922"/>
              <dgm:constr type="t" for="ch" forName="Child10" refType="h" fact="0.6876"/>
              <dgm:constr type="w" for="ch" forName="Child10" refType="w" fact="0.089"/>
              <dgm:constr type="h" for="ch" forName="Child10" refType="h" fact="0.3124"/>
              <dgm:constr type="r" for="ch" forName="Accent9" refType="w" fact="0.2136"/>
              <dgm:constr type="t" for="ch" forName="Accent9" refType="h" fact="-0.0109"/>
              <dgm:constr type="w" for="ch" forName="Accent9" refType="w" fact="0.1348"/>
              <dgm:constr type="h" for="ch" forName="Accent9" refType="h" fact="0.806"/>
              <dgm:constr type="r" for="ch" forName="ParentBackground9" refType="w" fact="0.1907"/>
              <dgm:constr type="t" for="ch" forName="ParentBackground9" refType="h" fact="0.1262"/>
              <dgm:constr type="w" for="ch" forName="ParentBackground9" refType="w" fact="0.089"/>
              <dgm:constr type="h" for="ch" forName="ParentBackground9" refType="h" fact="0.5319"/>
              <dgm:constr type="r" for="ch" forName="Child9" refType="w" fact="0.1907"/>
              <dgm:constr type="t" for="ch" forName="Child9" refType="h" fact="0.6876"/>
              <dgm:constr type="w" for="ch" forName="Child9" refType="w" fact="0.089"/>
              <dgm:constr type="h" for="ch" forName="Child9" refType="h" fact="0.3124"/>
              <dgm:constr type="r" for="ch" forName="Accent8" refType="w" fact="0.3121"/>
              <dgm:constr type="t" for="ch" forName="Accent8" refType="h" fact="-0.0109"/>
              <dgm:constr type="w" for="ch" forName="Accent8" refType="w" fact="0.1348"/>
              <dgm:constr type="h" for="ch" forName="Accent8" refType="h" fact="0.806"/>
              <dgm:constr type="r" for="ch" forName="ParentBackground8" refType="w" fact="0.2892"/>
              <dgm:constr type="t" for="ch" forName="ParentBackground8" refType="h" fact="0.1262"/>
              <dgm:constr type="w" for="ch" forName="ParentBackground8" refType="w" fact="0.089"/>
              <dgm:constr type="h" for="ch" forName="ParentBackground8" refType="h" fact="0.5319"/>
              <dgm:constr type="r" for="ch" forName="Child8" refType="w" fact="0.2892"/>
              <dgm:constr type="t" for="ch" forName="Child8" refType="h" fact="0.6876"/>
              <dgm:constr type="w" for="ch" forName="Child8" refType="w" fact="0.089"/>
              <dgm:constr type="h" for="ch" forName="Child8" refType="h" fact="0.3124"/>
              <dgm:constr type="r" for="ch" forName="Accent7" refType="w" fact="0.4107"/>
              <dgm:constr type="t" for="ch" forName="Accent7" refType="h" fact="-0.0109"/>
              <dgm:constr type="w" for="ch" forName="Accent7" refType="w" fact="0.1348"/>
              <dgm:constr type="h" for="ch" forName="Accent7" refType="h" fact="0.806"/>
              <dgm:constr type="r" for="ch" forName="ParentBackground7" refType="w" fact="0.3877"/>
              <dgm:constr type="t" for="ch" forName="ParentBackground7" refType="h" fact="0.1262"/>
              <dgm:constr type="w" for="ch" forName="ParentBackground7" refType="w" fact="0.089"/>
              <dgm:constr type="h" for="ch" forName="ParentBackground7" refType="h" fact="0.5319"/>
              <dgm:constr type="r" for="ch" forName="Child7" refType="w" fact="0.3877"/>
              <dgm:constr type="t" for="ch" forName="Child7" refType="h" fact="0.6876"/>
              <dgm:constr type="w" for="ch" forName="Child7" refType="w" fact="0.089"/>
              <dgm:constr type="h" for="ch" forName="Child7" refType="h" fact="0.3124"/>
              <dgm:constr type="r" for="ch" forName="Accent6" refType="w" fact="0.5092"/>
              <dgm:constr type="t" for="ch" forName="Accent6" refType="h" fact="-0.0109"/>
              <dgm:constr type="w" for="ch" forName="Accent6" refType="w" fact="0.1348"/>
              <dgm:constr type="h" for="ch" forName="Accent6" refType="h" fact="0.806"/>
              <dgm:constr type="r" for="ch" forName="ParentBackground6" refType="w" fact="0.4863"/>
              <dgm:constr type="t" for="ch" forName="ParentBackground6" refType="h" fact="0.1262"/>
              <dgm:constr type="w" for="ch" forName="ParentBackground6" refType="w" fact="0.089"/>
              <dgm:constr type="h" for="ch" forName="ParentBackground6" refType="h" fact="0.5319"/>
              <dgm:constr type="r" for="ch" forName="Child6" refType="w" fact="0.4863"/>
              <dgm:constr type="t" for="ch" forName="Child6" refType="h" fact="0.6876"/>
              <dgm:constr type="w" for="ch" forName="Child6" refType="w" fact="0.089"/>
              <dgm:constr type="h" for="ch" forName="Child6" refType="h" fact="0.3124"/>
              <dgm:constr type="r" for="ch" forName="Accent5" refType="w" fact="0.6077"/>
              <dgm:constr type="t" for="ch" forName="Accent5" refType="h" fact="-0.0109"/>
              <dgm:constr type="w" for="ch" forName="Accent5" refType="w" fact="0.1348"/>
              <dgm:constr type="h" for="ch" forName="Accent5" refType="h" fact="0.806"/>
              <dgm:constr type="r" for="ch" forName="ParentBackground5" refType="w" fact="0.5848"/>
              <dgm:constr type="t" for="ch" forName="ParentBackground5" refType="h" fact="0.1262"/>
              <dgm:constr type="w" for="ch" forName="ParentBackground5" refType="w" fact="0.089"/>
              <dgm:constr type="h" for="ch" forName="ParentBackground5" refType="h" fact="0.5319"/>
              <dgm:constr type="r" for="ch" forName="Child5" refType="w" fact="0.5848"/>
              <dgm:constr type="t" for="ch" forName="Child5" refType="h" fact="0.6876"/>
              <dgm:constr type="w" for="ch" forName="Child5" refType="w" fact="0.089"/>
              <dgm:constr type="h" for="ch" forName="Child5" refType="h" fact="0.3124"/>
              <dgm:constr type="r" for="ch" forName="Accent4" refType="w" fact="0.7062"/>
              <dgm:constr type="t" for="ch" forName="Accent4" refType="h" fact="-0.0109"/>
              <dgm:constr type="w" for="ch" forName="Accent4" refType="w" fact="0.1348"/>
              <dgm:constr type="h" for="ch" forName="Accent4" refType="h" fact="0.806"/>
              <dgm:constr type="r" for="ch" forName="ParentBackground4" refType="w" fact="0.6833"/>
              <dgm:constr type="t" for="ch" forName="ParentBackground4" refType="h" fact="0.1262"/>
              <dgm:constr type="w" for="ch" forName="ParentBackground4" refType="w" fact="0.089"/>
              <dgm:constr type="h" for="ch" forName="ParentBackground4" refType="h" fact="0.5319"/>
              <dgm:constr type="r" for="ch" forName="Child4" refType="w" fact="0.6833"/>
              <dgm:constr type="t" for="ch" forName="Child4" refType="h" fact="0.6876"/>
              <dgm:constr type="w" for="ch" forName="Child4" refType="w" fact="0.089"/>
              <dgm:constr type="h" for="ch" forName="Child4" refType="h" fact="0.3124"/>
              <dgm:constr type="r" for="ch" forName="Accent3" refType="w" fact="0.8048"/>
              <dgm:constr type="t" for="ch" forName="Accent3" refType="h" fact="-0.0109"/>
              <dgm:constr type="w" for="ch" forName="Accent3" refType="w" fact="0.1348"/>
              <dgm:constr type="h" for="ch" forName="Accent3" refType="h" fact="0.806"/>
              <dgm:constr type="r" for="ch" forName="ParentBackground3" refType="w" fact="0.7818"/>
              <dgm:constr type="t" for="ch" forName="ParentBackground3" refType="h" fact="0.1262"/>
              <dgm:constr type="w" for="ch" forName="ParentBackground3" refType="w" fact="0.089"/>
              <dgm:constr type="h" for="ch" forName="ParentBackground3" refType="h" fact="0.5319"/>
              <dgm:constr type="r" for="ch" forName="Child3" refType="w" fact="0.7818"/>
              <dgm:constr type="t" for="ch" forName="Child3" refType="h" fact="0.6876"/>
              <dgm:constr type="w" for="ch" forName="Child3" refType="w" fact="0.089"/>
              <dgm:constr type="h" for="ch" forName="Child3" refType="h" fact="0.3124"/>
              <dgm:constr type="r" for="ch" forName="Accent2" refType="w" fact="0.9033"/>
              <dgm:constr type="t" for="ch" forName="Accent2" refType="h" fact="-0.0109"/>
              <dgm:constr type="w" for="ch" forName="Accent2" refType="w" fact="0.1348"/>
              <dgm:constr type="h" for="ch" forName="Accent2" refType="h" fact="0.806"/>
              <dgm:constr type="r" for="ch" forName="ParentBackground2" refType="w" fact="0.8804"/>
              <dgm:constr type="t" for="ch" forName="ParentBackground2" refType="h" fact="0.1262"/>
              <dgm:constr type="w" for="ch" forName="ParentBackground2" refType="w" fact="0.089"/>
              <dgm:constr type="h" for="ch" forName="ParentBackground2" refType="h" fact="0.5319"/>
              <dgm:constr type="r" for="ch" forName="Child2" refType="w" fact="0.8804"/>
              <dgm:constr type="t" for="ch" forName="Child2" refType="h" fact="0.6876"/>
              <dgm:constr type="w" for="ch" forName="Child2" refType="w" fact="0.089"/>
              <dgm:constr type="h" for="ch" forName="Child2" refType="h" fact="0.3124"/>
              <dgm:constr type="r" for="ch" forName="Accent1" refType="w" fact="1.0018"/>
              <dgm:constr type="t" for="ch" forName="Accent1" refType="h" fact="-0.0109"/>
              <dgm:constr type="w" for="ch" forName="Accent1" refType="w" fact="0.1348"/>
              <dgm:constr type="h" for="ch" forName="Accent1" refType="h" fact="0.806"/>
              <dgm:constr type="r" for="ch" forName="ParentBackground1" refType="w" fact="0.9789"/>
              <dgm:constr type="t" for="ch" forName="ParentBackground1" refType="h" fact="0.1262"/>
              <dgm:constr type="w" for="ch" forName="ParentBackground1" refType="w" fact="0.089"/>
              <dgm:constr type="h" for="ch" forName="ParentBackground1" refType="h" fact="0.5319"/>
              <dgm:constr type="r" for="ch" forName="Child1" refType="w" fact="0.9789"/>
              <dgm:constr type="t" for="ch" forName="Child1" refType="h" fact="0.6876"/>
              <dgm:constr type="w" for="ch" forName="Child1" refType="w" fact="0.089"/>
              <dgm:constr type="h" for="ch" forName="Child1" refType="h" fact="0.3124"/>
            </dgm:constrLst>
          </dgm:if>
          <dgm:else name="Name27">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r" for="ch" forName="Parent11" refType="w" fact="0.0723"/>
              <dgm:constr type="t" for="ch" forName="Parent11" refType="h" fact="0.2022"/>
              <dgm:constr type="w" for="ch" forName="Parent11" refType="w" fact="0.0579"/>
              <dgm:constr type="h" for="ch" forName="Parent11" refType="h" fact="0.3799"/>
              <dgm:constr type="r" for="ch" forName="Parent10" refType="w" fact="0.162"/>
              <dgm:constr type="t" for="ch" forName="Parent10" refType="h" fact="0.2022"/>
              <dgm:constr type="w" for="ch" forName="Parent10" refType="w" fact="0.0579"/>
              <dgm:constr type="h" for="ch" forName="Parent10" refType="h" fact="0.3799"/>
              <dgm:constr type="r" for="ch" forName="Parent9" refType="w" fact="0.2517"/>
              <dgm:constr type="t" for="ch" forName="Parent9" refType="h" fact="0.2022"/>
              <dgm:constr type="w" for="ch" forName="Parent9" refType="w" fact="0.0579"/>
              <dgm:constr type="h" for="ch" forName="Parent9" refType="h" fact="0.3799"/>
              <dgm:constr type="r" for="ch" forName="Parent8" refType="w" fact="0.3414"/>
              <dgm:constr type="t" for="ch" forName="Parent8" refType="h" fact="0.2022"/>
              <dgm:constr type="w" for="ch" forName="Parent8" refType="w" fact="0.0579"/>
              <dgm:constr type="h" for="ch" forName="Parent8" refType="h" fact="0.3799"/>
              <dgm:constr type="r" for="ch" forName="Parent7" refType="w" fact="0.4311"/>
              <dgm:constr type="t" for="ch" forName="Parent7" refType="h" fact="0.2022"/>
              <dgm:constr type="w" for="ch" forName="Parent7" refType="w" fact="0.0579"/>
              <dgm:constr type="h" for="ch" forName="Parent7" refType="h" fact="0.3799"/>
              <dgm:constr type="r" for="ch" forName="Parent6" refType="w" fact="0.5208"/>
              <dgm:constr type="t" for="ch" forName="Parent6" refType="h" fact="0.2022"/>
              <dgm:constr type="w" for="ch" forName="Parent6" refType="w" fact="0.0579"/>
              <dgm:constr type="h" for="ch" forName="Parent6" refType="h" fact="0.3799"/>
              <dgm:constr type="r" for="ch" forName="Parent5" refType="w" fact="0.6105"/>
              <dgm:constr type="t" for="ch" forName="Parent5" refType="h" fact="0.2022"/>
              <dgm:constr type="w" for="ch" forName="Parent5" refType="w" fact="0.0579"/>
              <dgm:constr type="h" for="ch" forName="Parent5" refType="h" fact="0.3799"/>
              <dgm:constr type="r" for="ch" forName="Parent4" refType="w" fact="0.7001"/>
              <dgm:constr type="t" for="ch" forName="Parent4" refType="h" fact="0.2022"/>
              <dgm:constr type="w" for="ch" forName="Parent4" refType="w" fact="0.0579"/>
              <dgm:constr type="h" for="ch" forName="Parent4" refType="h" fact="0.3799"/>
              <dgm:constr type="r" for="ch" forName="Parent3" refType="w" fact="0.7898"/>
              <dgm:constr type="t" for="ch" forName="Parent3" refType="h" fact="0.2022"/>
              <dgm:constr type="w" for="ch" forName="Parent3" refType="w" fact="0.0579"/>
              <dgm:constr type="h" for="ch" forName="Parent3" refType="h" fact="0.3799"/>
              <dgm:constr type="r" for="ch" forName="Parent2" refType="w" fact="0.8795"/>
              <dgm:constr type="t" for="ch" forName="Parent2" refType="h" fact="0.2022"/>
              <dgm:constr type="w" for="ch" forName="Parent2" refType="w" fact="0.0579"/>
              <dgm:constr type="h" for="ch" forName="Parent2" refType="h" fact="0.3799"/>
              <dgm:constr type="r" for="ch" forName="Parent1" refType="w" fact="0.9692"/>
              <dgm:constr type="t" for="ch" forName="Parent1" refType="h" fact="0.2022"/>
              <dgm:constr type="w" for="ch" forName="Parent1" refType="w" fact="0.0579"/>
              <dgm:constr type="h" for="ch" forName="Parent1" refType="h" fact="0.3799"/>
              <dgm:constr type="r" for="ch" forName="Accent11" refType="w" fact="0.0868"/>
              <dgm:constr type="t" for="ch" forName="Accent11" refType="h" fact="0.1072"/>
              <dgm:constr type="w" for="ch" forName="Accent11" refType="w" fact="0.0868"/>
              <dgm:constr type="h" for="ch" forName="Accent11" refType="h" fact="0.5699"/>
              <dgm:constr type="r" for="ch" forName="ParentBackground11" refType="w" fact="0.0839"/>
              <dgm:constr type="t" for="ch" forName="ParentBackground11" refType="h" fact="0.1262"/>
              <dgm:constr type="w" for="ch" forName="ParentBackground11" refType="w" fact="0.081"/>
              <dgm:constr type="h" for="ch" forName="ParentBackground11" refType="h" fact="0.5319"/>
              <dgm:constr type="r" for="ch" forName="Child11" refType="w" fact="0.0839"/>
              <dgm:constr type="t" for="ch" forName="Child11" refType="h" fact="0.6876"/>
              <dgm:constr type="w" for="ch" forName="Child11" refType="w" fact="0.081"/>
              <dgm:constr type="h" for="ch" forName="Child11" refType="h" fact="0.3124"/>
              <dgm:constr type="r" for="ch" forName="Accent10" refType="w" fact="0.1945"/>
              <dgm:constr type="t" for="ch" forName="Accent10" refType="h" fact="-0.0109"/>
              <dgm:constr type="w" for="ch" forName="Accent10" refType="w" fact="0.1228"/>
              <dgm:constr type="h" for="ch" forName="Accent10" refType="h" fact="0.806"/>
              <dgm:constr type="r" for="ch" forName="ParentBackground10" refType="w" fact="0.1736"/>
              <dgm:constr type="t" for="ch" forName="ParentBackground10" refType="h" fact="0.1262"/>
              <dgm:constr type="w" for="ch" forName="ParentBackground10" refType="w" fact="0.081"/>
              <dgm:constr type="h" for="ch" forName="ParentBackground10" refType="h" fact="0.5319"/>
              <dgm:constr type="r" for="ch" forName="Child10" refType="w" fact="0.1736"/>
              <dgm:constr type="t" for="ch" forName="Child10" refType="h" fact="0.6876"/>
              <dgm:constr type="w" for="ch" forName="Child10" refType="w" fact="0.081"/>
              <dgm:constr type="h" for="ch" forName="Child10" refType="h" fact="0.3124"/>
              <dgm:constr type="r" for="ch" forName="Accent9" refType="w" fact="0.2842"/>
              <dgm:constr type="t" for="ch" forName="Accent9" refType="h" fact="-0.0109"/>
              <dgm:constr type="w" for="ch" forName="Accent9" refType="w" fact="0.1228"/>
              <dgm:constr type="h" for="ch" forName="Accent9" refType="h" fact="0.806"/>
              <dgm:constr type="r" for="ch" forName="ParentBackground9" refType="w" fact="0.2633"/>
              <dgm:constr type="t" for="ch" forName="ParentBackground9" refType="h" fact="0.1262"/>
              <dgm:constr type="w" for="ch" forName="ParentBackground9" refType="w" fact="0.081"/>
              <dgm:constr type="h" for="ch" forName="ParentBackground9" refType="h" fact="0.5319"/>
              <dgm:constr type="r" for="ch" forName="Child9" refType="w" fact="0.2633"/>
              <dgm:constr type="t" for="ch" forName="Child9" refType="h" fact="0.6876"/>
              <dgm:constr type="w" for="ch" forName="Child9" refType="w" fact="0.081"/>
              <dgm:constr type="h" for="ch" forName="Child9" refType="h" fact="0.3124"/>
              <dgm:constr type="r" for="ch" forName="Accent8" refType="w" fact="0.3739"/>
              <dgm:constr type="t" for="ch" forName="Accent8" refType="h" fact="-0.0109"/>
              <dgm:constr type="w" for="ch" forName="Accent8" refType="w" fact="0.1228"/>
              <dgm:constr type="h" for="ch" forName="Accent8" refType="h" fact="0.806"/>
              <dgm:constr type="r" for="ch" forName="ParentBackground8" refType="w" fact="0.353"/>
              <dgm:constr type="t" for="ch" forName="ParentBackground8" refType="h" fact="0.1262"/>
              <dgm:constr type="w" for="ch" forName="ParentBackground8" refType="w" fact="0.081"/>
              <dgm:constr type="h" for="ch" forName="ParentBackground8" refType="h" fact="0.5319"/>
              <dgm:constr type="r" for="ch" forName="Child8" refType="w" fact="0.353"/>
              <dgm:constr type="t" for="ch" forName="Child8" refType="h" fact="0.6876"/>
              <dgm:constr type="w" for="ch" forName="Child8" refType="w" fact="0.081"/>
              <dgm:constr type="h" for="ch" forName="Child8" refType="h" fact="0.3124"/>
              <dgm:constr type="r" for="ch" forName="Accent7" refType="w" fact="0.4636"/>
              <dgm:constr type="t" for="ch" forName="Accent7" refType="h" fact="-0.0109"/>
              <dgm:constr type="w" for="ch" forName="Accent7" refType="w" fact="0.1228"/>
              <dgm:constr type="h" for="ch" forName="Accent7" refType="h" fact="0.806"/>
              <dgm:constr type="r" for="ch" forName="ParentBackground7" refType="w" fact="0.4427"/>
              <dgm:constr type="t" for="ch" forName="ParentBackground7" refType="h" fact="0.1262"/>
              <dgm:constr type="w" for="ch" forName="ParentBackground7" refType="w" fact="0.081"/>
              <dgm:constr type="h" for="ch" forName="ParentBackground7" refType="h" fact="0.5319"/>
              <dgm:constr type="r" for="ch" forName="Child7" refType="w" fact="0.4427"/>
              <dgm:constr type="t" for="ch" forName="Child7" refType="h" fact="0.6876"/>
              <dgm:constr type="w" for="ch" forName="Child7" refType="w" fact="0.081"/>
              <dgm:constr type="h" for="ch" forName="Child7" refType="h" fact="0.3124"/>
              <dgm:constr type="r" for="ch" forName="Accent6" refType="w" fact="0.5533"/>
              <dgm:constr type="t" for="ch" forName="Accent6" refType="h" fact="-0.0109"/>
              <dgm:constr type="w" for="ch" forName="Accent6" refType="w" fact="0.1228"/>
              <dgm:constr type="h" for="ch" forName="Accent6" refType="h" fact="0.806"/>
              <dgm:constr type="r" for="ch" forName="ParentBackground6" refType="w" fact="0.5323"/>
              <dgm:constr type="t" for="ch" forName="ParentBackground6" refType="h" fact="0.1262"/>
              <dgm:constr type="w" for="ch" forName="ParentBackground6" refType="w" fact="0.081"/>
              <dgm:constr type="h" for="ch" forName="ParentBackground6" refType="h" fact="0.5319"/>
              <dgm:constr type="r" for="ch" forName="Child6" refType="w" fact="0.5323"/>
              <dgm:constr type="t" for="ch" forName="Child6" refType="h" fact="0.6876"/>
              <dgm:constr type="w" for="ch" forName="Child6" refType="w" fact="0.081"/>
              <dgm:constr type="h" for="ch" forName="Child6" refType="h" fact="0.3124"/>
              <dgm:constr type="r" for="ch" forName="Accent5" refType="w" fact="0.6429"/>
              <dgm:constr type="t" for="ch" forName="Accent5" refType="h" fact="-0.0109"/>
              <dgm:constr type="w" for="ch" forName="Accent5" refType="w" fact="0.1228"/>
              <dgm:constr type="h" for="ch" forName="Accent5" refType="h" fact="0.806"/>
              <dgm:constr type="r" for="ch" forName="ParentBackground5" refType="w" fact="0.622"/>
              <dgm:constr type="t" for="ch" forName="ParentBackground5" refType="h" fact="0.1262"/>
              <dgm:constr type="w" for="ch" forName="ParentBackground5" refType="w" fact="0.081"/>
              <dgm:constr type="h" for="ch" forName="ParentBackground5" refType="h" fact="0.5319"/>
              <dgm:constr type="r" for="ch" forName="Child5" refType="w" fact="0.622"/>
              <dgm:constr type="t" for="ch" forName="Child5" refType="h" fact="0.6876"/>
              <dgm:constr type="w" for="ch" forName="Child5" refType="w" fact="0.081"/>
              <dgm:constr type="h" for="ch" forName="Child5" refType="h" fact="0.3124"/>
              <dgm:constr type="r" for="ch" forName="Accent4" refType="w" fact="0.7326"/>
              <dgm:constr type="t" for="ch" forName="Accent4" refType="h" fact="-0.0109"/>
              <dgm:constr type="w" for="ch" forName="Accent4" refType="w" fact="0.1228"/>
              <dgm:constr type="h" for="ch" forName="Accent4" refType="h" fact="0.806"/>
              <dgm:constr type="r" for="ch" forName="ParentBackground4" refType="w" fact="0.7117"/>
              <dgm:constr type="t" for="ch" forName="ParentBackground4" refType="h" fact="0.1262"/>
              <dgm:constr type="w" for="ch" forName="ParentBackground4" refType="w" fact="0.081"/>
              <dgm:constr type="h" for="ch" forName="ParentBackground4" refType="h" fact="0.5319"/>
              <dgm:constr type="r" for="ch" forName="Child4" refType="w" fact="0.7117"/>
              <dgm:constr type="t" for="ch" forName="Child4" refType="h" fact="0.6876"/>
              <dgm:constr type="w" for="ch" forName="Child4" refType="w" fact="0.081"/>
              <dgm:constr type="h" for="ch" forName="Child4" refType="h" fact="0.3124"/>
              <dgm:constr type="r" for="ch" forName="Accent3" refType="w" fact="0.8223"/>
              <dgm:constr type="t" for="ch" forName="Accent3" refType="h" fact="-0.0109"/>
              <dgm:constr type="w" for="ch" forName="Accent3" refType="w" fact="0.1228"/>
              <dgm:constr type="h" for="ch" forName="Accent3" refType="h" fact="0.806"/>
              <dgm:constr type="r" for="ch" forName="ParentBackground3" refType="w" fact="0.8014"/>
              <dgm:constr type="t" for="ch" forName="ParentBackground3" refType="h" fact="0.1262"/>
              <dgm:constr type="w" for="ch" forName="ParentBackground3" refType="w" fact="0.081"/>
              <dgm:constr type="h" for="ch" forName="ParentBackground3" refType="h" fact="0.5319"/>
              <dgm:constr type="r" for="ch" forName="Child3" refType="w" fact="0.8014"/>
              <dgm:constr type="t" for="ch" forName="Child3" refType="h" fact="0.6876"/>
              <dgm:constr type="w" for="ch" forName="Child3" refType="w" fact="0.081"/>
              <dgm:constr type="h" for="ch" forName="Child3" refType="h" fact="0.3124"/>
              <dgm:constr type="r" for="ch" forName="Accent2" refType="w" fact="0.912"/>
              <dgm:constr type="t" for="ch" forName="Accent2" refType="h" fact="-0.0109"/>
              <dgm:constr type="w" for="ch" forName="Accent2" refType="w" fact="0.1228"/>
              <dgm:constr type="h" for="ch" forName="Accent2" refType="h" fact="0.806"/>
              <dgm:constr type="r" for="ch" forName="ParentBackground2" refType="w" fact="0.8911"/>
              <dgm:constr type="t" for="ch" forName="ParentBackground2" refType="h" fact="0.1262"/>
              <dgm:constr type="w" for="ch" forName="ParentBackground2" refType="w" fact="0.081"/>
              <dgm:constr type="h" for="ch" forName="ParentBackground2" refType="h" fact="0.5319"/>
              <dgm:constr type="r" for="ch" forName="Child2" refType="w" fact="0.8911"/>
              <dgm:constr type="t" for="ch" forName="Child2" refType="h" fact="0.6876"/>
              <dgm:constr type="w" for="ch" forName="Child2" refType="w" fact="0.081"/>
              <dgm:constr type="h" for="ch" forName="Child2" refType="h" fact="0.3124"/>
              <dgm:constr type="r" for="ch" forName="Accent1" refType="w" fact="1.0017"/>
              <dgm:constr type="t" for="ch" forName="Accent1" refType="h" fact="-0.0109"/>
              <dgm:constr type="w" for="ch" forName="Accent1" refType="w" fact="0.1228"/>
              <dgm:constr type="h" for="ch" forName="Accent1" refType="h" fact="0.806"/>
              <dgm:constr type="r" for="ch" forName="ParentBackground1" refType="w" fact="0.9808"/>
              <dgm:constr type="t" for="ch" forName="ParentBackground1" refType="h" fact="0.1262"/>
              <dgm:constr type="w" for="ch" forName="ParentBackground1" refType="w" fact="0.081"/>
              <dgm:constr type="h" for="ch" forName="ParentBackground1" refType="h" fact="0.5319"/>
              <dgm:constr type="r" for="ch" forName="Child1" refType="w" fact="0.9808"/>
              <dgm:constr type="t" for="ch" forName="Child1" refType="h" fact="0.6876"/>
              <dgm:constr type="w" for="ch" forName="Child1" refType="w" fact="0.081"/>
              <dgm:constr type="h" for="ch" forName="Child1" refType="h" fact="0.3124"/>
            </dgm:constrLst>
          </dgm:else>
        </dgm:choose>
      </dgm:else>
    </dgm:choose>
    <dgm:forEach name="wrapper" axis="self" ptType="parTrans">
      <dgm:forEach name="accentRepeat" axis="self">
        <dgm:layoutNode name="Accent" styleLbl="node1">
          <dgm:alg type="sp"/>
          <dgm:choose name="Name28">
            <dgm:if name="Name29" axis="followSib" ptType="node" func="cnt" op="equ" val="0">
              <dgm:shape xmlns:r="http://schemas.openxmlformats.org/officeDocument/2006/relationships" type="ellipse" r:blip="">
                <dgm:adjLst/>
              </dgm:shape>
            </dgm:if>
            <dgm:else name="Name30">
              <dgm:choose name="Name31">
                <dgm:if name="Name32" axis="precedSib" ptType="node" func="cnt" op="equ" val="10">
                  <dgm:shape xmlns:r="http://schemas.openxmlformats.org/officeDocument/2006/relationships" type="ellipse" r:blip="">
                    <dgm:adjLst/>
                  </dgm:shape>
                </dgm:if>
                <dgm:else name="Name33">
                  <dgm:choose name="Name34">
                    <dgm:if name="Name35" func="var" arg="dir" op="equ" val="norm">
                      <dgm:shape xmlns:r="http://schemas.openxmlformats.org/officeDocument/2006/relationships" rot="45" type="teardrop" r:blip="">
                        <dgm:adjLst>
                          <dgm:adj idx="1" val="1"/>
                        </dgm:adjLst>
                      </dgm:shape>
                    </dgm:if>
                    <dgm:else name="Name36">
                      <dgm:shape xmlns:r="http://schemas.openxmlformats.org/officeDocument/2006/relationships" rot="225" type="teardrop" r:blip="">
                        <dgm:adjLst>
                          <dgm:adj idx="1" val="1"/>
                        </dgm:adjLst>
                      </dgm:shape>
                    </dgm:else>
                  </dgm:choose>
                </dgm:else>
              </dgm:choose>
            </dgm:else>
          </dgm:choose>
          <dgm:presOf/>
        </dgm:layoutNode>
      </dgm:forEach>
      <dgm:forEach name="parentBackgroundRepeat" axis="self">
        <dgm:layoutNode name="ParentBackground" styleLbl="fgAcc1">
          <dgm:alg type="sp"/>
          <dgm:shape xmlns:r="http://schemas.openxmlformats.org/officeDocument/2006/relationships" type="ellipse" r:blip="">
            <dgm:adjLst/>
          </dgm:shape>
          <dgm:presOf axis="self" ptType="node"/>
        </dgm:layoutNode>
      </dgm:forEach>
    </dgm:forEach>
    <dgm:forEach name="Name37" axis="ch" ptType="node" st="11" cnt="1">
      <dgm:layoutNode name="Accent11">
        <dgm:alg type="sp"/>
        <dgm:shape xmlns:r="http://schemas.openxmlformats.org/officeDocument/2006/relationships" r:blip="">
          <dgm:adjLst/>
        </dgm:shape>
        <dgm:presOf/>
        <dgm:constrLst/>
        <dgm:forEach name="Name38" ref="accentRepeat"/>
      </dgm:layoutNode>
      <dgm:layoutNode name="ParentBackground11">
        <dgm:alg type="sp"/>
        <dgm:shape xmlns:r="http://schemas.openxmlformats.org/officeDocument/2006/relationships" r:blip="">
          <dgm:adjLst/>
        </dgm:shape>
        <dgm:presOf/>
        <dgm:forEach name="Name39" ref="parentBackgroundRepeat"/>
      </dgm:layoutNode>
      <dgm:choose name="Name40">
        <dgm:if name="Name41" axis="ch" ptType="node" func="cnt" op="gte" val="1">
          <dgm:layoutNode name="Child1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2"/>
      </dgm:choose>
      <dgm:layoutNode name="Parent1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3" axis="ch" ptType="node" st="10" cnt="1">
      <dgm:layoutNode name="Accent10">
        <dgm:alg type="sp"/>
        <dgm:shape xmlns:r="http://schemas.openxmlformats.org/officeDocument/2006/relationships" r:blip="">
          <dgm:adjLst/>
        </dgm:shape>
        <dgm:presOf/>
        <dgm:constrLst/>
        <dgm:forEach name="Name44" ref="accentRepeat"/>
      </dgm:layoutNode>
      <dgm:layoutNode name="ParentBackground10">
        <dgm:alg type="sp"/>
        <dgm:shape xmlns:r="http://schemas.openxmlformats.org/officeDocument/2006/relationships" r:blip="">
          <dgm:adjLst/>
        </dgm:shape>
        <dgm:presOf/>
        <dgm:forEach name="Name45" ref="parentBackgroundRepeat"/>
      </dgm:layoutNode>
      <dgm:choose name="Name46">
        <dgm:if name="Name47" axis="ch" ptType="node" func="cnt" op="gte" val="1">
          <dgm:layoutNode name="Child10"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8"/>
      </dgm:choose>
      <dgm:layoutNode name="Parent10"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9" axis="ch" ptType="node" st="9" cnt="1">
      <dgm:layoutNode name="Accent9">
        <dgm:alg type="sp"/>
        <dgm:shape xmlns:r="http://schemas.openxmlformats.org/officeDocument/2006/relationships" r:blip="">
          <dgm:adjLst/>
        </dgm:shape>
        <dgm:presOf/>
        <dgm:constrLst/>
        <dgm:forEach name="Name50" ref="accentRepeat"/>
      </dgm:layoutNode>
      <dgm:layoutNode name="ParentBackground9">
        <dgm:alg type="sp"/>
        <dgm:shape xmlns:r="http://schemas.openxmlformats.org/officeDocument/2006/relationships" r:blip="">
          <dgm:adjLst/>
        </dgm:shape>
        <dgm:presOf/>
        <dgm:forEach name="Name51" ref="parentBackgroundRepeat"/>
      </dgm:layoutNode>
      <dgm:choose name="Name52">
        <dgm:if name="Name53" axis="ch" ptType="node" func="cnt" op="gte" val="1">
          <dgm:layoutNode name="Child9"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4"/>
      </dgm:choose>
      <dgm:layoutNode name="Parent9"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55" axis="ch" ptType="node" st="8" cnt="1">
      <dgm:layoutNode name="Accent8">
        <dgm:alg type="sp"/>
        <dgm:shape xmlns:r="http://schemas.openxmlformats.org/officeDocument/2006/relationships" r:blip="">
          <dgm:adjLst/>
        </dgm:shape>
        <dgm:presOf/>
        <dgm:constrLst/>
        <dgm:forEach name="Name56" ref="accentRepeat"/>
      </dgm:layoutNode>
      <dgm:layoutNode name="ParentBackground8">
        <dgm:alg type="sp"/>
        <dgm:shape xmlns:r="http://schemas.openxmlformats.org/officeDocument/2006/relationships" r:blip="">
          <dgm:adjLst/>
        </dgm:shape>
        <dgm:presOf/>
        <dgm:forEach name="Name57" ref="parentBackgroundRepeat"/>
      </dgm:layoutNode>
      <dgm:choose name="Name58">
        <dgm:if name="Name59" axis="ch" ptType="node" func="cnt" op="gte" val="1">
          <dgm:layoutNode name="Child8"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0"/>
      </dgm:choose>
      <dgm:layoutNode name="Parent8"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1" axis="ch" ptType="node" st="7" cnt="1">
      <dgm:layoutNode name="Accent7">
        <dgm:alg type="sp"/>
        <dgm:shape xmlns:r="http://schemas.openxmlformats.org/officeDocument/2006/relationships" r:blip="">
          <dgm:adjLst/>
        </dgm:shape>
        <dgm:presOf/>
        <dgm:constrLst/>
        <dgm:forEach name="Name62" ref="accentRepeat"/>
      </dgm:layoutNode>
      <dgm:layoutNode name="ParentBackground7">
        <dgm:alg type="sp"/>
        <dgm:shape xmlns:r="http://schemas.openxmlformats.org/officeDocument/2006/relationships" r:blip="">
          <dgm:adjLst/>
        </dgm:shape>
        <dgm:presOf/>
        <dgm:forEach name="Name63" ref="parentBackgroundRepeat"/>
      </dgm:layoutNode>
      <dgm:choose name="Name64">
        <dgm:if name="Name65" axis="ch" ptType="node" func="cnt" op="gte" val="1">
          <dgm:layoutNode name="Child7"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6"/>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node" st="6" cnt="1">
      <dgm:layoutNode name="Accent6">
        <dgm:alg type="sp"/>
        <dgm:shape xmlns:r="http://schemas.openxmlformats.org/officeDocument/2006/relationships" r:blip="">
          <dgm:adjLst/>
        </dgm:shape>
        <dgm:presOf/>
        <dgm:constrLst/>
        <dgm:forEach name="Name68" ref="accentRepeat"/>
      </dgm:layoutNode>
      <dgm:layoutNode name="ParentBackground6">
        <dgm:alg type="sp"/>
        <dgm:shape xmlns:r="http://schemas.openxmlformats.org/officeDocument/2006/relationships" r:blip="">
          <dgm:adjLst/>
        </dgm:shape>
        <dgm:presOf/>
        <dgm:forEach name="Name69" ref="parentBackgroundRepeat"/>
      </dgm:layoutNode>
      <dgm:choose name="Name70">
        <dgm:if name="Name71" axis="ch" ptType="node" func="cnt" op="gte" val="1">
          <dgm:layoutNode name="Child6"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3" axis="ch" ptType="node" st="5" cnt="1">
      <dgm:layoutNode name="Accent5">
        <dgm:alg type="sp"/>
        <dgm:shape xmlns:r="http://schemas.openxmlformats.org/officeDocument/2006/relationships" r:blip="">
          <dgm:adjLst/>
        </dgm:shape>
        <dgm:presOf/>
        <dgm:constrLst/>
        <dgm:forEach name="Name74" ref="accentRepeat"/>
      </dgm:layoutNode>
      <dgm:layoutNode name="ParentBackground5">
        <dgm:alg type="sp"/>
        <dgm:shape xmlns:r="http://schemas.openxmlformats.org/officeDocument/2006/relationships" r:blip="">
          <dgm:adjLst/>
        </dgm:shape>
        <dgm:presOf/>
        <dgm:forEach name="Name75" ref="parentBackgroundRepeat"/>
      </dgm:layoutNode>
      <dgm:choose name="Name76">
        <dgm:if name="Name77" axis="ch" ptType="node" func="cnt" op="gte" val="1">
          <dgm:layoutNode name="Child5"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8"/>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9" axis="ch" ptType="node" st="4" cnt="1">
      <dgm:layoutNode name="Accent4">
        <dgm:alg type="sp"/>
        <dgm:shape xmlns:r="http://schemas.openxmlformats.org/officeDocument/2006/relationships" r:blip="">
          <dgm:adjLst/>
        </dgm:shape>
        <dgm:presOf/>
        <dgm:constrLst/>
        <dgm:forEach name="Name80" ref="accentRepeat"/>
      </dgm:layoutNode>
      <dgm:layoutNode name="ParentBackground4">
        <dgm:alg type="sp"/>
        <dgm:shape xmlns:r="http://schemas.openxmlformats.org/officeDocument/2006/relationships" r:blip="">
          <dgm:adjLst/>
        </dgm:shape>
        <dgm:presOf/>
        <dgm:forEach name="Name81" ref="parentBackgroundRepeat"/>
      </dgm:layoutNode>
      <dgm:choose name="Name82">
        <dgm:if name="Name83" axis="ch" ptType="node" func="cnt" op="gte" val="1">
          <dgm:layoutNode name="Child4"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layoutNode name="ParentBackground3">
        <dgm:alg type="sp"/>
        <dgm:shape xmlns:r="http://schemas.openxmlformats.org/officeDocument/2006/relationships" r:blip="">
          <dgm:adjLst/>
        </dgm:shape>
        <dgm:presOf/>
        <dgm:forEach name="Name87" ref="parentBackgroundRepeat"/>
      </dgm:layoutNode>
      <dgm:choose name="Name88">
        <dgm:if name="Name89" axis="ch" ptType="node" func="cnt" op="gte" val="1">
          <dgm:layoutNode name="Child3"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1" axis="ch" ptType="node" st="2" cnt="1">
      <dgm:layoutNode name="Accent2">
        <dgm:alg type="sp"/>
        <dgm:shape xmlns:r="http://schemas.openxmlformats.org/officeDocument/2006/relationships" r:blip="">
          <dgm:adjLst/>
        </dgm:shape>
        <dgm:presOf/>
        <dgm:constrLst/>
        <dgm:forEach name="Name92" ref="accentRepeat"/>
      </dgm:layoutNode>
      <dgm:layoutNode name="ParentBackground2" styleLbl="fgAcc1">
        <dgm:alg type="sp"/>
        <dgm:shape xmlns:r="http://schemas.openxmlformats.org/officeDocument/2006/relationships" r:blip="">
          <dgm:adjLst/>
        </dgm:shape>
        <dgm:presOf/>
        <dgm:forEach name="Name93" ref="parentBackgroundRepeat"/>
      </dgm:layoutNode>
      <dgm:choose name="Name94">
        <dgm:if name="Name95" axis="ch" ptType="node" func="cnt" op="gte" val="1">
          <dgm:layoutNode name="Child2"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6"/>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7" axis="ch" ptType="node" cnt="1">
      <dgm:layoutNode name="Accent1">
        <dgm:alg type="sp"/>
        <dgm:shape xmlns:r="http://schemas.openxmlformats.org/officeDocument/2006/relationships" r:blip="">
          <dgm:adjLst/>
        </dgm:shape>
        <dgm:presOf/>
        <dgm:constrLst/>
        <dgm:forEach name="Name98" ref="accentRepeat"/>
      </dgm:layoutNode>
      <dgm:layoutNode name="ParentBackground1">
        <dgm:alg type="sp"/>
        <dgm:shape xmlns:r="http://schemas.openxmlformats.org/officeDocument/2006/relationships" r:blip="">
          <dgm:adjLst/>
        </dgm:shape>
        <dgm:presOf/>
        <dgm:forEach name="Name99" ref="parentBackgroundRepeat"/>
      </dgm:layoutNode>
      <dgm:choose name="Name100">
        <dgm:if name="Name101" axis="ch" ptType="node" func="cnt" op="gte" val="1">
          <dgm:layoutNode name="Child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2"/>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BB267B2-B8D5-4590-8919-E822336E27D5}" type="datetimeFigureOut">
              <a:rPr lang="en-US" smtClean="0"/>
              <a:t>23-Jan-20</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D93D7A0-C179-4F9A-8CE4-A4043095C5F3}" type="slidenum">
              <a:rPr lang="en-US" smtClean="0"/>
              <a:t>‹#›</a:t>
            </a:fld>
            <a:endParaRPr lang="en-US"/>
          </a:p>
        </p:txBody>
      </p:sp>
    </p:spTree>
    <p:extLst>
      <p:ext uri="{BB962C8B-B14F-4D97-AF65-F5344CB8AC3E}">
        <p14:creationId xmlns:p14="http://schemas.microsoft.com/office/powerpoint/2010/main" val="260572402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780C22-25B7-40FD-B417-EDAC254D2E03}" type="datetimeFigureOut">
              <a:rPr lang="en-US" smtClean="0"/>
              <a:t>23-Jan-20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DA7BAE-2D30-451B-8706-29D6D745550F}" type="slidenum">
              <a:rPr lang="en-US" smtClean="0"/>
              <a:t>‹#›</a:t>
            </a:fld>
            <a:endParaRPr lang="en-US"/>
          </a:p>
        </p:txBody>
      </p:sp>
    </p:spTree>
    <p:extLst>
      <p:ext uri="{BB962C8B-B14F-4D97-AF65-F5344CB8AC3E}">
        <p14:creationId xmlns:p14="http://schemas.microsoft.com/office/powerpoint/2010/main" val="247979661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Hello Everyone, my name is samia choueiri and I present to you my thesis topic proposal entitle  “humanoid stability analysis based on impact location, intensity and supervised by Dr. Hassan </a:t>
            </a:r>
            <a:r>
              <a:rPr lang="en-US" dirty="0" err="1" smtClean="0"/>
              <a:t>Diab</a:t>
            </a:r>
            <a:r>
              <a:rPr lang="en-US" dirty="0" smtClean="0"/>
              <a:t>.</a:t>
            </a:r>
            <a:endParaRPr lang="en-US" dirty="0"/>
          </a:p>
        </p:txBody>
      </p:sp>
      <p:sp>
        <p:nvSpPr>
          <p:cNvPr id="6" name="Slide Number Placeholder 5"/>
          <p:cNvSpPr>
            <a:spLocks noGrp="1"/>
          </p:cNvSpPr>
          <p:nvPr>
            <p:ph type="sldNum" sz="quarter" idx="10"/>
          </p:nvPr>
        </p:nvSpPr>
        <p:spPr/>
        <p:txBody>
          <a:bodyPr/>
          <a:lstStyle/>
          <a:p>
            <a:fld id="{C6DA7BAE-2D30-451B-8706-29D6D745550F}" type="slidenum">
              <a:rPr lang="en-US" smtClean="0"/>
              <a:t>1</a:t>
            </a:fld>
            <a:endParaRPr lang="en-US"/>
          </a:p>
        </p:txBody>
      </p:sp>
    </p:spTree>
    <p:extLst>
      <p:ext uri="{BB962C8B-B14F-4D97-AF65-F5344CB8AC3E}">
        <p14:creationId xmlns:p14="http://schemas.microsoft.com/office/powerpoint/2010/main" val="42138951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 will be briefly introducing the topic and stating the problems to be tackled. I will be listing the different topics studied in this field till now, how the problems were dealt with by others and then my approach toward the solution in the different sectors.</a:t>
            </a:r>
            <a:endParaRPr lang="en-US" dirty="0"/>
          </a:p>
        </p:txBody>
      </p:sp>
      <p:sp>
        <p:nvSpPr>
          <p:cNvPr id="6" name="Slide Number Placeholder 5"/>
          <p:cNvSpPr>
            <a:spLocks noGrp="1"/>
          </p:cNvSpPr>
          <p:nvPr>
            <p:ph type="sldNum" sz="quarter" idx="10"/>
          </p:nvPr>
        </p:nvSpPr>
        <p:spPr/>
        <p:txBody>
          <a:bodyPr/>
          <a:lstStyle/>
          <a:p>
            <a:fld id="{C6DA7BAE-2D30-451B-8706-29D6D745550F}" type="slidenum">
              <a:rPr lang="en-US" smtClean="0"/>
              <a:t>2</a:t>
            </a:fld>
            <a:endParaRPr lang="en-US"/>
          </a:p>
        </p:txBody>
      </p:sp>
    </p:spTree>
    <p:extLst>
      <p:ext uri="{BB962C8B-B14F-4D97-AF65-F5344CB8AC3E}">
        <p14:creationId xmlns:p14="http://schemas.microsoft.com/office/powerpoint/2010/main" val="42565228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 would like to start with introducing what a humanoid is. A humanoid is human-like robot, and when we say robot, then it have to be a machine that is definitely autonomous, so it can not be controlled or manipulated. It should also be able to acquire information from its surrounding to detect changes and adapt to them by taking the appropriate decision to perform a diversity of tasks. </a:t>
            </a:r>
          </a:p>
          <a:p>
            <a:endParaRPr lang="en-US" dirty="0"/>
          </a:p>
          <a:p>
            <a:r>
              <a:rPr lang="en-US" dirty="0" smtClean="0"/>
              <a:t>What you see in the figure here is a humanoid robot called atlas that was designed and assembled in Boston Dynamics. Its a </a:t>
            </a:r>
            <a:r>
              <a:rPr lang="en-US" dirty="0"/>
              <a:t>1.8-meter </a:t>
            </a:r>
            <a:r>
              <a:rPr lang="en-US" dirty="0" smtClean="0"/>
              <a:t>humanoid designed </a:t>
            </a:r>
            <a:r>
              <a:rPr lang="en-US" dirty="0"/>
              <a:t>for a variety of search and rescue </a:t>
            </a:r>
            <a:r>
              <a:rPr lang="en-US" dirty="0" smtClean="0"/>
              <a:t>tasks.</a:t>
            </a:r>
            <a:endParaRPr lang="en-US" dirty="0"/>
          </a:p>
        </p:txBody>
      </p:sp>
      <p:sp>
        <p:nvSpPr>
          <p:cNvPr id="6" name="Slide Number Placeholder 5"/>
          <p:cNvSpPr>
            <a:spLocks noGrp="1"/>
          </p:cNvSpPr>
          <p:nvPr>
            <p:ph type="sldNum" sz="quarter" idx="10"/>
          </p:nvPr>
        </p:nvSpPr>
        <p:spPr/>
        <p:txBody>
          <a:bodyPr/>
          <a:lstStyle/>
          <a:p>
            <a:fld id="{C6DA7BAE-2D30-451B-8706-29D6D745550F}" type="slidenum">
              <a:rPr lang="en-US" smtClean="0"/>
              <a:t>3</a:t>
            </a:fld>
            <a:endParaRPr lang="en-US"/>
          </a:p>
        </p:txBody>
      </p:sp>
    </p:spTree>
    <p:extLst>
      <p:ext uri="{BB962C8B-B14F-4D97-AF65-F5344CB8AC3E}">
        <p14:creationId xmlns:p14="http://schemas.microsoft.com/office/powerpoint/2010/main" val="37147469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three main problem to tackle when it comes to stabilizing a humanoid which aim at giving the robot characteristics similar to humans.</a:t>
            </a:r>
          </a:p>
          <a:p>
            <a:endParaRPr lang="en-US" dirty="0"/>
          </a:p>
          <a:p>
            <a:r>
              <a:rPr lang="en-US" dirty="0"/>
              <a:t>So we aim at stabilizing and controlling the movement of a robot and help it walk through a control mechanism that allows it to move smoothly and in a robust way as close to that of humans’</a:t>
            </a:r>
          </a:p>
          <a:p>
            <a:r>
              <a:rPr lang="en-US" dirty="0"/>
              <a:t>We also aim at increasing the sense of consciousness of the robot by acquiring information from it’s surrounding. It is very important for a robot to be aware of itself and the environment it’s in specially the contact surface and external forces that cause instability. </a:t>
            </a:r>
          </a:p>
          <a:p>
            <a:r>
              <a:rPr lang="en-US" dirty="0"/>
              <a:t>It should also take the most appropriate decisions after analyzing the information acquired from its surrounding.</a:t>
            </a:r>
          </a:p>
          <a:p>
            <a:r>
              <a:rPr lang="en-US" dirty="0"/>
              <a:t> </a:t>
            </a:r>
          </a:p>
          <a:p>
            <a:endParaRPr lang="en-US" dirty="0"/>
          </a:p>
          <a:p>
            <a:endParaRPr lang="en-US" dirty="0"/>
          </a:p>
          <a:p>
            <a:endParaRPr lang="en-US" dirty="0"/>
          </a:p>
          <a:p>
            <a:endParaRPr lang="en-US" dirty="0"/>
          </a:p>
          <a:p>
            <a:endParaRPr lang="en-US" dirty="0"/>
          </a:p>
          <a:p>
            <a:endParaRPr lang="en-US" dirty="0"/>
          </a:p>
        </p:txBody>
      </p:sp>
      <p:sp>
        <p:nvSpPr>
          <p:cNvPr id="6" name="Slide Number Placeholder 5"/>
          <p:cNvSpPr>
            <a:spLocks noGrp="1"/>
          </p:cNvSpPr>
          <p:nvPr>
            <p:ph type="sldNum" sz="quarter" idx="10"/>
          </p:nvPr>
        </p:nvSpPr>
        <p:spPr/>
        <p:txBody>
          <a:bodyPr/>
          <a:lstStyle/>
          <a:p>
            <a:fld id="{C6DA7BAE-2D30-451B-8706-29D6D745550F}" type="slidenum">
              <a:rPr lang="en-US" smtClean="0"/>
              <a:t>4</a:t>
            </a:fld>
            <a:endParaRPr lang="en-US"/>
          </a:p>
        </p:txBody>
      </p:sp>
    </p:spTree>
    <p:extLst>
      <p:ext uri="{BB962C8B-B14F-4D97-AF65-F5344CB8AC3E}">
        <p14:creationId xmlns:p14="http://schemas.microsoft.com/office/powerpoint/2010/main" val="7649061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Concerning what has been done in this field till now, we have models that describe the architecture of robots with the mass and geometric characteristics and also the type and size of each link and joint. </a:t>
            </a:r>
          </a:p>
          <a:p>
            <a:r>
              <a:rPr lang="en-US" dirty="0" smtClean="0"/>
              <a:t>First the kinematic model which demonstrates the movement and displacement of the links of a robot with respect to each other.</a:t>
            </a:r>
          </a:p>
          <a:p>
            <a:r>
              <a:rPr lang="en-US" dirty="0" smtClean="0"/>
              <a:t>The dynamics model representing the velocity and the force at the end of each link.</a:t>
            </a:r>
          </a:p>
          <a:p>
            <a:r>
              <a:rPr lang="en-US" dirty="0" smtClean="0"/>
              <a:t>The motion analysis is used to study the motion of the robot and the location of its contact edges with the ground with respect to the center of mass . In case of instability many control algorithms have been implemented to control the movement and the speed of the robot ensuring its stability at the same time.</a:t>
            </a:r>
          </a:p>
          <a:p>
            <a:endParaRPr lang="en-US" dirty="0" smtClean="0"/>
          </a:p>
          <a:p>
            <a:r>
              <a:rPr lang="en-US" sz="800" dirty="0" smtClean="0"/>
              <a:t>1- Design of Humanoid Robot Stable Walking Using Inverse Kinematics and Zero Moment</a:t>
            </a:r>
          </a:p>
          <a:p>
            <a:r>
              <a:rPr lang="en-US" sz="800" dirty="0" smtClean="0"/>
              <a:t>Point </a:t>
            </a:r>
            <a:r>
              <a:rPr lang="en-US" sz="800" dirty="0" err="1" smtClean="0"/>
              <a:t>Ario</a:t>
            </a:r>
            <a:r>
              <a:rPr lang="en-US" sz="800" dirty="0" smtClean="0"/>
              <a:t> </a:t>
            </a:r>
            <a:r>
              <a:rPr lang="en-US" sz="800" dirty="0" err="1" smtClean="0"/>
              <a:t>Sunar</a:t>
            </a:r>
            <a:r>
              <a:rPr lang="en-US" sz="800" dirty="0" smtClean="0"/>
              <a:t> </a:t>
            </a:r>
            <a:r>
              <a:rPr lang="en-US" sz="800" dirty="0" err="1" smtClean="0"/>
              <a:t>Baskoro</a:t>
            </a:r>
            <a:r>
              <a:rPr lang="en-US" sz="800" dirty="0" smtClean="0"/>
              <a:t>, Mark Gabriel </a:t>
            </a:r>
            <a:r>
              <a:rPr lang="en-US" sz="800" dirty="0" err="1" smtClean="0"/>
              <a:t>Priyono</a:t>
            </a:r>
            <a:r>
              <a:rPr lang="en-US" sz="800" dirty="0" smtClean="0"/>
              <a:t> Department of Mechanical Engineering, Faculty of Engineering University of Indonesia </a:t>
            </a:r>
            <a:r>
              <a:rPr lang="en-US" sz="800" dirty="0" err="1" smtClean="0"/>
              <a:t>Indonesia</a:t>
            </a:r>
            <a:endParaRPr lang="en-US" sz="800" dirty="0" smtClean="0"/>
          </a:p>
          <a:p>
            <a:r>
              <a:rPr lang="en-US" sz="800" dirty="0" smtClean="0"/>
              <a:t>2- Estimation of Contact Forces and Floating Base Kinematics of a Humanoid Robot Using Only Inertial</a:t>
            </a:r>
          </a:p>
          <a:p>
            <a:r>
              <a:rPr lang="en-US" sz="800" dirty="0" smtClean="0"/>
              <a:t>Measurement Units Alexis Mifsud1;2 , Mehdi Benallegue1;2 and </a:t>
            </a:r>
            <a:r>
              <a:rPr lang="en-US" sz="800" dirty="0" err="1" smtClean="0"/>
              <a:t>Florent</a:t>
            </a:r>
            <a:r>
              <a:rPr lang="en-US" sz="800" dirty="0" smtClean="0"/>
              <a:t> Lamiraux1;2</a:t>
            </a:r>
          </a:p>
          <a:p>
            <a:r>
              <a:rPr lang="en-US" sz="800" dirty="0" smtClean="0"/>
              <a:t>3- Analysis of Path Planning of Humanoid Robots using Neural Network Methods</a:t>
            </a:r>
          </a:p>
          <a:p>
            <a:r>
              <a:rPr lang="en-US" sz="800" dirty="0" smtClean="0"/>
              <a:t>and Study of Possible use of Other AI Techniques</a:t>
            </a:r>
          </a:p>
          <a:p>
            <a:endParaRPr lang="en-US" dirty="0"/>
          </a:p>
        </p:txBody>
      </p:sp>
      <p:sp>
        <p:nvSpPr>
          <p:cNvPr id="6" name="Slide Number Placeholder 5"/>
          <p:cNvSpPr>
            <a:spLocks noGrp="1"/>
          </p:cNvSpPr>
          <p:nvPr>
            <p:ph type="sldNum" sz="quarter" idx="10"/>
          </p:nvPr>
        </p:nvSpPr>
        <p:spPr/>
        <p:txBody>
          <a:bodyPr/>
          <a:lstStyle/>
          <a:p>
            <a:fld id="{C6DA7BAE-2D30-451B-8706-29D6D745550F}" type="slidenum">
              <a:rPr lang="en-US" smtClean="0"/>
              <a:t>5</a:t>
            </a:fld>
            <a:endParaRPr lang="en-US"/>
          </a:p>
        </p:txBody>
      </p:sp>
    </p:spTree>
    <p:extLst>
      <p:ext uri="{BB962C8B-B14F-4D97-AF65-F5344CB8AC3E}">
        <p14:creationId xmlns:p14="http://schemas.microsoft.com/office/powerpoint/2010/main" val="35280522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perception of events has always been studied for robots to be able to detect and be aware of impact and external forces and also acquire information about the environment and the robot would make the best decision and converge to the optimal solution through deep learning algorithms </a:t>
            </a:r>
          </a:p>
          <a:p>
            <a:endParaRPr lang="en-US" dirty="0"/>
          </a:p>
        </p:txBody>
      </p:sp>
      <p:sp>
        <p:nvSpPr>
          <p:cNvPr id="6" name="Slide Number Placeholder 5"/>
          <p:cNvSpPr>
            <a:spLocks noGrp="1"/>
          </p:cNvSpPr>
          <p:nvPr>
            <p:ph type="sldNum" sz="quarter" idx="10"/>
          </p:nvPr>
        </p:nvSpPr>
        <p:spPr/>
        <p:txBody>
          <a:bodyPr/>
          <a:lstStyle/>
          <a:p>
            <a:fld id="{C6DA7BAE-2D30-451B-8706-29D6D745550F}" type="slidenum">
              <a:rPr lang="en-US" smtClean="0"/>
              <a:t>6</a:t>
            </a:fld>
            <a:endParaRPr lang="en-US"/>
          </a:p>
        </p:txBody>
      </p:sp>
    </p:spTree>
    <p:extLst>
      <p:ext uri="{BB962C8B-B14F-4D97-AF65-F5344CB8AC3E}">
        <p14:creationId xmlns:p14="http://schemas.microsoft.com/office/powerpoint/2010/main" val="29880757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Therefore making the three problems stated previously my main concern and making use of the work that has been done until now, I propose the following solutions.</a:t>
            </a:r>
          </a:p>
          <a:p>
            <a:endParaRPr lang="en-US" dirty="0"/>
          </a:p>
          <a:p>
            <a:r>
              <a:rPr lang="en-US" dirty="0" smtClean="0"/>
              <a:t>First a humanoid model will have to be stabilized under disturbances and external forces which is the main cause of a humanoid’s instability. So mainly the humanoid’s movement and motion will have to be analyzed and then controlled.</a:t>
            </a:r>
          </a:p>
          <a:p>
            <a:endParaRPr lang="en-US" dirty="0"/>
          </a:p>
          <a:p>
            <a:r>
              <a:rPr lang="en-US" dirty="0" smtClean="0"/>
              <a:t>Next the robot should be able to collect data about itself and its surrounding precisely from its contact surface with the ground to prevent slipping and stumbling. but we will be mainly contributing in the analysis and evaluation the external impact force that can lead the robot to lose control of its posture and movement. </a:t>
            </a:r>
          </a:p>
          <a:p>
            <a:endParaRPr lang="en-US" dirty="0"/>
          </a:p>
          <a:p>
            <a:r>
              <a:rPr lang="en-US" dirty="0" smtClean="0"/>
              <a:t>If the external force is evaluated and analyzed the repose on the posture or motion control system will definitely save the situation better and this will have to go into machine and deep learning algorithms, therefore the system will be taking the best decision.</a:t>
            </a:r>
            <a:endParaRPr lang="en-US" dirty="0"/>
          </a:p>
        </p:txBody>
      </p:sp>
      <p:sp>
        <p:nvSpPr>
          <p:cNvPr id="6" name="Slide Number Placeholder 5"/>
          <p:cNvSpPr>
            <a:spLocks noGrp="1"/>
          </p:cNvSpPr>
          <p:nvPr>
            <p:ph type="sldNum" sz="quarter" idx="10"/>
          </p:nvPr>
        </p:nvSpPr>
        <p:spPr/>
        <p:txBody>
          <a:bodyPr/>
          <a:lstStyle/>
          <a:p>
            <a:fld id="{C6DA7BAE-2D30-451B-8706-29D6D745550F}" type="slidenum">
              <a:rPr lang="en-US" smtClean="0"/>
              <a:t>7</a:t>
            </a:fld>
            <a:endParaRPr lang="en-US"/>
          </a:p>
        </p:txBody>
      </p:sp>
    </p:spTree>
    <p:extLst>
      <p:ext uri="{BB962C8B-B14F-4D97-AF65-F5344CB8AC3E}">
        <p14:creationId xmlns:p14="http://schemas.microsoft.com/office/powerpoint/2010/main" val="38602588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titles listed here in this slide form a road map that will lead to the targets that I was just discussing in the previous slide.</a:t>
            </a:r>
            <a:endParaRPr lang="en-US" dirty="0"/>
          </a:p>
        </p:txBody>
      </p:sp>
      <p:sp>
        <p:nvSpPr>
          <p:cNvPr id="6" name="Slide Number Placeholder 5"/>
          <p:cNvSpPr>
            <a:spLocks noGrp="1"/>
          </p:cNvSpPr>
          <p:nvPr>
            <p:ph type="sldNum" sz="quarter" idx="10"/>
          </p:nvPr>
        </p:nvSpPr>
        <p:spPr/>
        <p:txBody>
          <a:bodyPr/>
          <a:lstStyle/>
          <a:p>
            <a:fld id="{C6DA7BAE-2D30-451B-8706-29D6D745550F}" type="slidenum">
              <a:rPr lang="en-US" smtClean="0"/>
              <a:t>8</a:t>
            </a:fld>
            <a:endParaRPr lang="en-US"/>
          </a:p>
        </p:txBody>
      </p:sp>
    </p:spTree>
    <p:extLst>
      <p:ext uri="{BB962C8B-B14F-4D97-AF65-F5344CB8AC3E}">
        <p14:creationId xmlns:p14="http://schemas.microsoft.com/office/powerpoint/2010/main" val="19952912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First of all a robot will have to be chosen and on which all the simulation and data analysis will be in practice. Each model has unique mass and geometric parameters that have to be extracted to be used in the calculations. These parameter describe the robot link and joint characteristics, dimensions, types and mass.</a:t>
            </a:r>
          </a:p>
          <a:p>
            <a:r>
              <a:rPr lang="en-US" dirty="0" smtClean="0"/>
              <a:t>In this research I will be using ROS the Robot Operation System as a </a:t>
            </a:r>
            <a:r>
              <a:rPr lang="en-US" dirty="0" smtClean="0"/>
              <a:t>platform in Ubuntu from </a:t>
            </a:r>
            <a:r>
              <a:rPr lang="en-US" dirty="0" err="1" smtClean="0"/>
              <a:t>linux</a:t>
            </a:r>
            <a:r>
              <a:rPr lang="en-US" dirty="0" smtClean="0"/>
              <a:t>, </a:t>
            </a:r>
            <a:r>
              <a:rPr lang="en-US" dirty="0" smtClean="0"/>
              <a:t>were I will be visualizing the humanoid in a virtual space and observe its movement </a:t>
            </a:r>
            <a:endParaRPr lang="en-US" dirty="0" smtClean="0"/>
          </a:p>
          <a:p>
            <a:r>
              <a:rPr lang="en-US" dirty="0" smtClean="0"/>
              <a:t>I will also be </a:t>
            </a:r>
            <a:r>
              <a:rPr lang="en-US" dirty="0" smtClean="0"/>
              <a:t>using Gazeebo which is virtual prototyping software in real conditions.</a:t>
            </a:r>
          </a:p>
          <a:p>
            <a:r>
              <a:rPr lang="en-US" dirty="0" smtClean="0"/>
              <a:t>It will allow us to visualize the robot and also observe its behavior is real conditions such as being subject to an impact force. </a:t>
            </a:r>
            <a:endParaRPr lang="en-US" dirty="0" smtClean="0"/>
          </a:p>
          <a:p>
            <a:endParaRPr lang="en-US" dirty="0"/>
          </a:p>
        </p:txBody>
      </p:sp>
      <p:sp>
        <p:nvSpPr>
          <p:cNvPr id="6" name="Slide Number Placeholder 5"/>
          <p:cNvSpPr>
            <a:spLocks noGrp="1"/>
          </p:cNvSpPr>
          <p:nvPr>
            <p:ph type="sldNum" sz="quarter" idx="10"/>
          </p:nvPr>
        </p:nvSpPr>
        <p:spPr/>
        <p:txBody>
          <a:bodyPr/>
          <a:lstStyle/>
          <a:p>
            <a:fld id="{C6DA7BAE-2D30-451B-8706-29D6D745550F}" type="slidenum">
              <a:rPr lang="en-US" smtClean="0"/>
              <a:t>9</a:t>
            </a:fld>
            <a:endParaRPr lang="en-US"/>
          </a:p>
        </p:txBody>
      </p:sp>
    </p:spTree>
    <p:extLst>
      <p:ext uri="{BB962C8B-B14F-4D97-AF65-F5344CB8AC3E}">
        <p14:creationId xmlns:p14="http://schemas.microsoft.com/office/powerpoint/2010/main" val="28805860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From </a:t>
            </a:r>
            <a:r>
              <a:rPr lang="en-US" dirty="0" smtClean="0"/>
              <a:t>the mass and geometric </a:t>
            </a:r>
            <a:r>
              <a:rPr lang="en-US" dirty="0" smtClean="0"/>
              <a:t>parameters used previously, </a:t>
            </a:r>
            <a:r>
              <a:rPr lang="en-US" dirty="0" smtClean="0"/>
              <a:t>I will have to define the mathematical models </a:t>
            </a:r>
            <a:r>
              <a:rPr lang="en-US" dirty="0" smtClean="0"/>
              <a:t>from which all calculations will start and leading me to</a:t>
            </a:r>
            <a:r>
              <a:rPr lang="en-US" dirty="0" smtClean="0"/>
              <a:t> </a:t>
            </a:r>
            <a:r>
              <a:rPr lang="en-US" dirty="0" smtClean="0"/>
              <a:t>the kinematic and the dynamic </a:t>
            </a:r>
            <a:r>
              <a:rPr lang="en-US" dirty="0" smtClean="0"/>
              <a:t>models. </a:t>
            </a:r>
            <a:r>
              <a:rPr lang="en-US" dirty="0" smtClean="0"/>
              <a:t>They both contribute in studying the displacement and movement of the robot using the displacement, velocity and acceleration of all joints and </a:t>
            </a:r>
            <a:r>
              <a:rPr lang="en-US" dirty="0" smtClean="0"/>
              <a:t>links with respect to each other in a sequential way forming the robot’s movement</a:t>
            </a:r>
            <a:r>
              <a:rPr lang="en-US" dirty="0" smtClean="0"/>
              <a:t>. </a:t>
            </a:r>
            <a:r>
              <a:rPr lang="en-US" dirty="0"/>
              <a:t>T</a:t>
            </a:r>
            <a:r>
              <a:rPr lang="en-US" dirty="0" smtClean="0"/>
              <a:t>he </a:t>
            </a:r>
            <a:r>
              <a:rPr lang="en-US" dirty="0"/>
              <a:t>speed of the robot </a:t>
            </a:r>
            <a:r>
              <a:rPr lang="en-US" dirty="0" smtClean="0"/>
              <a:t>is a good characteristic of the humanoid but it has to be optimized in order to ensuring </a:t>
            </a:r>
            <a:r>
              <a:rPr lang="en-US" dirty="0"/>
              <a:t>its stability at the same time.</a:t>
            </a:r>
          </a:p>
          <a:p>
            <a:endParaRPr lang="en-US" dirty="0" smtClean="0"/>
          </a:p>
          <a:p>
            <a:endParaRPr lang="en-US" dirty="0"/>
          </a:p>
        </p:txBody>
      </p:sp>
      <p:sp>
        <p:nvSpPr>
          <p:cNvPr id="6" name="Slide Number Placeholder 5"/>
          <p:cNvSpPr>
            <a:spLocks noGrp="1"/>
          </p:cNvSpPr>
          <p:nvPr>
            <p:ph type="sldNum" sz="quarter" idx="10"/>
          </p:nvPr>
        </p:nvSpPr>
        <p:spPr/>
        <p:txBody>
          <a:bodyPr/>
          <a:lstStyle/>
          <a:p>
            <a:fld id="{C6DA7BAE-2D30-451B-8706-29D6D745550F}" type="slidenum">
              <a:rPr lang="en-US" smtClean="0"/>
              <a:t>10</a:t>
            </a:fld>
            <a:endParaRPr lang="en-US"/>
          </a:p>
        </p:txBody>
      </p:sp>
    </p:spTree>
    <p:extLst>
      <p:ext uri="{BB962C8B-B14F-4D97-AF65-F5344CB8AC3E}">
        <p14:creationId xmlns:p14="http://schemas.microsoft.com/office/powerpoint/2010/main" val="16636545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Using the kinematic and the dynamic model, the stabilization of the humanoid will be done taking the main cause and trigger of instability as a primary concern. </a:t>
            </a:r>
          </a:p>
          <a:p>
            <a:r>
              <a:rPr lang="en-US" dirty="0" smtClean="0"/>
              <a:t>A very important cause of a robot to loose stability and control is an external impact force, where its effect is mainly to push the </a:t>
            </a:r>
            <a:r>
              <a:rPr lang="en-US" dirty="0" smtClean="0"/>
              <a:t>projection of the Zero </a:t>
            </a:r>
            <a:r>
              <a:rPr lang="en-US" dirty="0" smtClean="0"/>
              <a:t>moment point of the robot away from its </a:t>
            </a:r>
            <a:r>
              <a:rPr lang="en-US" dirty="0" smtClean="0"/>
              <a:t>contact polygon remarkably </a:t>
            </a:r>
            <a:r>
              <a:rPr lang="en-US" dirty="0" smtClean="0"/>
              <a:t>exceeding a threshold. </a:t>
            </a:r>
          </a:p>
          <a:p>
            <a:r>
              <a:rPr lang="en-US" dirty="0" smtClean="0"/>
              <a:t>The </a:t>
            </a:r>
            <a:r>
              <a:rPr lang="en-US" dirty="0" smtClean="0"/>
              <a:t>most suitable type of control to be used will have to be selected taking into consideration how different the impact force can be.</a:t>
            </a:r>
            <a:endParaRPr lang="en-US" dirty="0"/>
          </a:p>
        </p:txBody>
      </p:sp>
      <p:sp>
        <p:nvSpPr>
          <p:cNvPr id="6" name="Slide Number Placeholder 5"/>
          <p:cNvSpPr>
            <a:spLocks noGrp="1"/>
          </p:cNvSpPr>
          <p:nvPr>
            <p:ph type="sldNum" sz="quarter" idx="10"/>
          </p:nvPr>
        </p:nvSpPr>
        <p:spPr/>
        <p:txBody>
          <a:bodyPr/>
          <a:lstStyle/>
          <a:p>
            <a:fld id="{C6DA7BAE-2D30-451B-8706-29D6D745550F}" type="slidenum">
              <a:rPr lang="en-US" smtClean="0"/>
              <a:t>11</a:t>
            </a:fld>
            <a:endParaRPr lang="en-US"/>
          </a:p>
        </p:txBody>
      </p:sp>
    </p:spTree>
    <p:extLst>
      <p:ext uri="{BB962C8B-B14F-4D97-AF65-F5344CB8AC3E}">
        <p14:creationId xmlns:p14="http://schemas.microsoft.com/office/powerpoint/2010/main" val="42603742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So this will help the humanoid to have a sense of differentiation and increase its consciousness and awareness to the its surrounding.</a:t>
            </a:r>
          </a:p>
          <a:p>
            <a:r>
              <a:rPr lang="en-US" dirty="0" smtClean="0"/>
              <a:t>The impact evaluation will inform us with the position of the impact force, its intensity and its time duration. These parameters will give the disturbance its identity. The four graphs show four different examples of signals that can also represent the state of the evaluated impact force.</a:t>
            </a:r>
          </a:p>
          <a:p>
            <a:r>
              <a:rPr lang="en-US" dirty="0" smtClean="0"/>
              <a:t>If the system acquires this information about the impact it will be responding in a way to compensate  and pay off the instability specifically.</a:t>
            </a:r>
          </a:p>
          <a:p>
            <a:r>
              <a:rPr lang="en-US" dirty="0" smtClean="0"/>
              <a:t>This will be applied with the use of pressure sensors and also without them. Instead we will be looking at the rotation angle, velocity and acceleration at each joint and link. These observations will go in a machine learning algorithm in which the disturbance is evaluated and the control system will </a:t>
            </a:r>
            <a:r>
              <a:rPr lang="en-US" dirty="0" err="1" smtClean="0"/>
              <a:t>compencate</a:t>
            </a:r>
            <a:r>
              <a:rPr lang="en-US" dirty="0" smtClean="0"/>
              <a:t> accordingly.</a:t>
            </a:r>
            <a:endParaRPr lang="en-US" dirty="0"/>
          </a:p>
        </p:txBody>
      </p:sp>
      <p:sp>
        <p:nvSpPr>
          <p:cNvPr id="6" name="Slide Number Placeholder 5"/>
          <p:cNvSpPr>
            <a:spLocks noGrp="1"/>
          </p:cNvSpPr>
          <p:nvPr>
            <p:ph type="sldNum" sz="quarter" idx="10"/>
          </p:nvPr>
        </p:nvSpPr>
        <p:spPr/>
        <p:txBody>
          <a:bodyPr/>
          <a:lstStyle/>
          <a:p>
            <a:fld id="{C6DA7BAE-2D30-451B-8706-29D6D745550F}" type="slidenum">
              <a:rPr lang="en-US" smtClean="0"/>
              <a:t>12</a:t>
            </a:fld>
            <a:endParaRPr lang="en-US"/>
          </a:p>
        </p:txBody>
      </p:sp>
    </p:spTree>
    <p:extLst>
      <p:ext uri="{BB962C8B-B14F-4D97-AF65-F5344CB8AC3E}">
        <p14:creationId xmlns:p14="http://schemas.microsoft.com/office/powerpoint/2010/main" val="9945281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And then putting all these together in one algorithm will for a stability control algorithm which will be taking care of the posture , the balance, the motion robustness and also give a sense of consciousness to the humanoid leading to a faster and a more educated response to impact forces and disturbances.</a:t>
            </a:r>
            <a:endParaRPr lang="en-US" dirty="0"/>
          </a:p>
        </p:txBody>
      </p:sp>
      <p:sp>
        <p:nvSpPr>
          <p:cNvPr id="6" name="Slide Number Placeholder 5"/>
          <p:cNvSpPr>
            <a:spLocks noGrp="1"/>
          </p:cNvSpPr>
          <p:nvPr>
            <p:ph type="sldNum" sz="quarter" idx="10"/>
          </p:nvPr>
        </p:nvSpPr>
        <p:spPr/>
        <p:txBody>
          <a:bodyPr/>
          <a:lstStyle/>
          <a:p>
            <a:fld id="{C6DA7BAE-2D30-451B-8706-29D6D745550F}" type="slidenum">
              <a:rPr lang="en-US" smtClean="0"/>
              <a:t>13</a:t>
            </a:fld>
            <a:endParaRPr lang="en-US"/>
          </a:p>
        </p:txBody>
      </p:sp>
    </p:spTree>
    <p:extLst>
      <p:ext uri="{BB962C8B-B14F-4D97-AF65-F5344CB8AC3E}">
        <p14:creationId xmlns:p14="http://schemas.microsoft.com/office/powerpoint/2010/main" val="8819386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Finally, this is the current and future plan that I am willing to follow to finish my thesis by the end of next semester. This time line includes first a research followed by reading, building and testing the different model. Next the algorithms will be integrated to extract the results that will be then evaluated. In parallel each step of the work will be reported in a chapter</a:t>
            </a:r>
            <a:r>
              <a:rPr lang="en-US" dirty="0"/>
              <a:t> </a:t>
            </a:r>
            <a:r>
              <a:rPr lang="en-US" dirty="0" smtClean="0"/>
              <a:t>of my thesis report.</a:t>
            </a:r>
            <a:endParaRPr lang="en-US" dirty="0"/>
          </a:p>
        </p:txBody>
      </p:sp>
      <p:sp>
        <p:nvSpPr>
          <p:cNvPr id="6" name="Slide Number Placeholder 5"/>
          <p:cNvSpPr>
            <a:spLocks noGrp="1"/>
          </p:cNvSpPr>
          <p:nvPr>
            <p:ph type="sldNum" sz="quarter" idx="10"/>
          </p:nvPr>
        </p:nvSpPr>
        <p:spPr/>
        <p:txBody>
          <a:bodyPr/>
          <a:lstStyle/>
          <a:p>
            <a:fld id="{C6DA7BAE-2D30-451B-8706-29D6D745550F}" type="slidenum">
              <a:rPr lang="en-US" smtClean="0"/>
              <a:t>14</a:t>
            </a:fld>
            <a:endParaRPr lang="en-US"/>
          </a:p>
        </p:txBody>
      </p:sp>
    </p:spTree>
    <p:extLst>
      <p:ext uri="{BB962C8B-B14F-4D97-AF65-F5344CB8AC3E}">
        <p14:creationId xmlns:p14="http://schemas.microsoft.com/office/powerpoint/2010/main" val="26880805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6" name="Slide Number Placeholder 5"/>
          <p:cNvSpPr>
            <a:spLocks noGrp="1"/>
          </p:cNvSpPr>
          <p:nvPr>
            <p:ph type="sldNum" sz="quarter" idx="10"/>
          </p:nvPr>
        </p:nvSpPr>
        <p:spPr/>
        <p:txBody>
          <a:bodyPr/>
          <a:lstStyle/>
          <a:p>
            <a:fld id="{C6DA7BAE-2D30-451B-8706-29D6D745550F}" type="slidenum">
              <a:rPr lang="en-US" smtClean="0"/>
              <a:t>15</a:t>
            </a:fld>
            <a:endParaRPr lang="en-US"/>
          </a:p>
        </p:txBody>
      </p:sp>
    </p:spTree>
    <p:extLst>
      <p:ext uri="{BB962C8B-B14F-4D97-AF65-F5344CB8AC3E}">
        <p14:creationId xmlns:p14="http://schemas.microsoft.com/office/powerpoint/2010/main" val="592066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lvl1pPr>
              <a:defRPr sz="1050"/>
            </a:lvl1pPr>
          </a:lstStyle>
          <a:p>
            <a:r>
              <a:rPr lang="en-US" smtClean="0"/>
              <a:t>Samia Choueiri</a:t>
            </a:r>
            <a:endParaRPr lang="en-US" dirty="0"/>
          </a:p>
        </p:txBody>
      </p:sp>
      <p:sp>
        <p:nvSpPr>
          <p:cNvPr id="5" name="Footer Placeholder 4"/>
          <p:cNvSpPr>
            <a:spLocks noGrp="1"/>
          </p:cNvSpPr>
          <p:nvPr>
            <p:ph type="ftr" sz="quarter" idx="11"/>
          </p:nvPr>
        </p:nvSpPr>
        <p:spPr/>
        <p:txBody>
          <a:bodyPr/>
          <a:lstStyle/>
          <a:p>
            <a:r>
              <a:rPr lang="en-US" dirty="0" smtClean="0"/>
              <a:t>© American University of Science and Technology </a:t>
            </a:r>
            <a:endParaRPr lang="en-US" dirty="0"/>
          </a:p>
        </p:txBody>
      </p:sp>
      <p:sp>
        <p:nvSpPr>
          <p:cNvPr id="6" name="Slide Number Placeholder 5"/>
          <p:cNvSpPr>
            <a:spLocks noGrp="1"/>
          </p:cNvSpPr>
          <p:nvPr>
            <p:ph type="sldNum" sz="quarter" idx="12"/>
          </p:nvPr>
        </p:nvSpPr>
        <p:spPr/>
        <p:txBody>
          <a:bodyPr/>
          <a:lstStyle>
            <a:lvl1pPr>
              <a:defRPr sz="1600"/>
            </a:lvl1pPr>
          </a:lstStyle>
          <a:p>
            <a:fld id="{52D959BA-F87B-4D99-AF59-D9A297F444A4}" type="slidenum">
              <a:rPr lang="en-US" smtClean="0"/>
              <a:pPr/>
              <a:t>‹#›</a:t>
            </a:fld>
            <a:r>
              <a:rPr lang="en-US" dirty="0" smtClean="0"/>
              <a:t>/15</a:t>
            </a:r>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49661084"/>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lvl1pPr>
              <a:defRPr sz="1050"/>
            </a:lvl1pPr>
          </a:lstStyle>
          <a:p>
            <a:r>
              <a:rPr lang="en-US" smtClean="0"/>
              <a:t>Samia Choueiri</a:t>
            </a:r>
            <a:endParaRPr lang="en-US" dirty="0" smtClean="0"/>
          </a:p>
        </p:txBody>
      </p:sp>
      <p:sp>
        <p:nvSpPr>
          <p:cNvPr id="5" name="Footer Placeholder 4"/>
          <p:cNvSpPr>
            <a:spLocks noGrp="1"/>
          </p:cNvSpPr>
          <p:nvPr>
            <p:ph type="ftr" sz="quarter" idx="11"/>
          </p:nvPr>
        </p:nvSpPr>
        <p:spPr/>
        <p:txBody>
          <a:bodyPr/>
          <a:lstStyle/>
          <a:p>
            <a:r>
              <a:rPr lang="en-US" smtClean="0"/>
              <a:t>© American University of Science and Technology </a:t>
            </a:r>
            <a:endParaRPr lang="en-US"/>
          </a:p>
        </p:txBody>
      </p:sp>
      <p:sp>
        <p:nvSpPr>
          <p:cNvPr id="6" name="Slide Number Placeholder 5"/>
          <p:cNvSpPr>
            <a:spLocks noGrp="1"/>
          </p:cNvSpPr>
          <p:nvPr>
            <p:ph type="sldNum" sz="quarter" idx="12"/>
          </p:nvPr>
        </p:nvSpPr>
        <p:spPr/>
        <p:txBody>
          <a:bodyPr/>
          <a:lstStyle>
            <a:lvl1pPr>
              <a:defRPr sz="1600"/>
            </a:lvl1pPr>
          </a:lstStyle>
          <a:p>
            <a:fld id="{52D959BA-F87B-4D99-AF59-D9A297F444A4}" type="slidenum">
              <a:rPr lang="en-US" smtClean="0"/>
              <a:pPr/>
              <a:t>‹#›</a:t>
            </a:fld>
            <a:r>
              <a:rPr lang="en-US" dirty="0" smtClean="0"/>
              <a:t>/15</a:t>
            </a:r>
            <a:endParaRPr lang="en-US" dirty="0"/>
          </a:p>
        </p:txBody>
      </p:sp>
    </p:spTree>
    <p:extLst>
      <p:ext uri="{BB962C8B-B14F-4D97-AF65-F5344CB8AC3E}">
        <p14:creationId xmlns:p14="http://schemas.microsoft.com/office/powerpoint/2010/main" val="425935335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lvl1pPr>
              <a:defRPr sz="1050"/>
            </a:lvl1pPr>
          </a:lstStyle>
          <a:p>
            <a:r>
              <a:rPr lang="en-US" smtClean="0"/>
              <a:t>Samia Choueiri</a:t>
            </a:r>
            <a:endParaRPr lang="en-US" dirty="0" smtClean="0"/>
          </a:p>
        </p:txBody>
      </p:sp>
      <p:sp>
        <p:nvSpPr>
          <p:cNvPr id="5" name="Footer Placeholder 4"/>
          <p:cNvSpPr>
            <a:spLocks noGrp="1"/>
          </p:cNvSpPr>
          <p:nvPr>
            <p:ph type="ftr" sz="quarter" idx="11"/>
          </p:nvPr>
        </p:nvSpPr>
        <p:spPr/>
        <p:txBody>
          <a:bodyPr/>
          <a:lstStyle/>
          <a:p>
            <a:r>
              <a:rPr lang="en-US" smtClean="0"/>
              <a:t>© American University of Science and Technology </a:t>
            </a:r>
            <a:endParaRPr lang="en-US"/>
          </a:p>
        </p:txBody>
      </p:sp>
      <p:sp>
        <p:nvSpPr>
          <p:cNvPr id="6" name="Slide Number Placeholder 5"/>
          <p:cNvSpPr>
            <a:spLocks noGrp="1"/>
          </p:cNvSpPr>
          <p:nvPr>
            <p:ph type="sldNum" sz="quarter" idx="12"/>
          </p:nvPr>
        </p:nvSpPr>
        <p:spPr/>
        <p:txBody>
          <a:bodyPr/>
          <a:lstStyle/>
          <a:p>
            <a:fld id="{52D959BA-F87B-4D99-AF59-D9A297F444A4}"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217725"/>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r>
              <a:rPr lang="en-US" smtClean="0"/>
              <a:t>Samia Choueiri</a:t>
            </a:r>
            <a:endParaRPr lang="en-US"/>
          </a:p>
        </p:txBody>
      </p:sp>
      <p:sp>
        <p:nvSpPr>
          <p:cNvPr id="6" name="Footer Placeholder 5"/>
          <p:cNvSpPr>
            <a:spLocks noGrp="1"/>
          </p:cNvSpPr>
          <p:nvPr>
            <p:ph type="ftr" sz="quarter" idx="11"/>
          </p:nvPr>
        </p:nvSpPr>
        <p:spPr/>
        <p:txBody>
          <a:bodyPr/>
          <a:lstStyle/>
          <a:p>
            <a:r>
              <a:rPr lang="en-US" smtClean="0"/>
              <a:t>© American University of Science and Technology </a:t>
            </a:r>
            <a:endParaRPr lang="en-US"/>
          </a:p>
        </p:txBody>
      </p:sp>
      <p:sp>
        <p:nvSpPr>
          <p:cNvPr id="7" name="Slide Number Placeholder 6"/>
          <p:cNvSpPr>
            <a:spLocks noGrp="1"/>
          </p:cNvSpPr>
          <p:nvPr>
            <p:ph type="sldNum" sz="quarter" idx="12"/>
          </p:nvPr>
        </p:nvSpPr>
        <p:spPr/>
        <p:txBody>
          <a:bodyPr/>
          <a:lstStyle/>
          <a:p>
            <a:fld id="{52D959BA-F87B-4D99-AF59-D9A297F444A4}" type="slidenum">
              <a:rPr lang="en-US" smtClean="0"/>
              <a:t>‹#›</a:t>
            </a:fld>
            <a:endParaRPr lang="en-US"/>
          </a:p>
        </p:txBody>
      </p:sp>
    </p:spTree>
    <p:extLst>
      <p:ext uri="{BB962C8B-B14F-4D97-AF65-F5344CB8AC3E}">
        <p14:creationId xmlns:p14="http://schemas.microsoft.com/office/powerpoint/2010/main" val="131039831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r>
              <a:rPr lang="en-US" smtClean="0"/>
              <a:t>Samia Choueiri</a:t>
            </a:r>
            <a:endParaRPr lang="en-US"/>
          </a:p>
        </p:txBody>
      </p:sp>
      <p:sp>
        <p:nvSpPr>
          <p:cNvPr id="8" name="Footer Placeholder 7"/>
          <p:cNvSpPr>
            <a:spLocks noGrp="1"/>
          </p:cNvSpPr>
          <p:nvPr>
            <p:ph type="ftr" sz="quarter" idx="11"/>
          </p:nvPr>
        </p:nvSpPr>
        <p:spPr/>
        <p:txBody>
          <a:bodyPr/>
          <a:lstStyle/>
          <a:p>
            <a:r>
              <a:rPr lang="en-US" smtClean="0"/>
              <a:t>© American University of Science and Technology </a:t>
            </a:r>
            <a:endParaRPr lang="en-US"/>
          </a:p>
        </p:txBody>
      </p:sp>
      <p:sp>
        <p:nvSpPr>
          <p:cNvPr id="9" name="Slide Number Placeholder 8"/>
          <p:cNvSpPr>
            <a:spLocks noGrp="1"/>
          </p:cNvSpPr>
          <p:nvPr>
            <p:ph type="sldNum" sz="quarter" idx="12"/>
          </p:nvPr>
        </p:nvSpPr>
        <p:spPr/>
        <p:txBody>
          <a:bodyPr/>
          <a:lstStyle/>
          <a:p>
            <a:fld id="{52D959BA-F87B-4D99-AF59-D9A297F444A4}" type="slidenum">
              <a:rPr lang="en-US" smtClean="0"/>
              <a:t>‹#›</a:t>
            </a:fld>
            <a:endParaRPr lang="en-US"/>
          </a:p>
        </p:txBody>
      </p:sp>
    </p:spTree>
    <p:extLst>
      <p:ext uri="{BB962C8B-B14F-4D97-AF65-F5344CB8AC3E}">
        <p14:creationId xmlns:p14="http://schemas.microsoft.com/office/powerpoint/2010/main" val="2808017891"/>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lvl1pPr>
              <a:defRPr sz="1050"/>
            </a:lvl1pPr>
          </a:lstStyle>
          <a:p>
            <a:r>
              <a:rPr lang="en-US" smtClean="0"/>
              <a:t>Samia Choueiri</a:t>
            </a:r>
            <a:endParaRPr lang="en-US" dirty="0" smtClean="0"/>
          </a:p>
        </p:txBody>
      </p:sp>
      <p:sp>
        <p:nvSpPr>
          <p:cNvPr id="4" name="Footer Placeholder 3"/>
          <p:cNvSpPr>
            <a:spLocks noGrp="1"/>
          </p:cNvSpPr>
          <p:nvPr>
            <p:ph type="ftr" sz="quarter" idx="11"/>
          </p:nvPr>
        </p:nvSpPr>
        <p:spPr/>
        <p:txBody>
          <a:bodyPr/>
          <a:lstStyle/>
          <a:p>
            <a:r>
              <a:rPr lang="en-US" smtClean="0"/>
              <a:t>© American University of Science and Technology </a:t>
            </a:r>
            <a:endParaRPr lang="en-US"/>
          </a:p>
        </p:txBody>
      </p:sp>
      <p:sp>
        <p:nvSpPr>
          <p:cNvPr id="5" name="Slide Number Placeholder 4"/>
          <p:cNvSpPr>
            <a:spLocks noGrp="1"/>
          </p:cNvSpPr>
          <p:nvPr>
            <p:ph type="sldNum" sz="quarter" idx="12"/>
          </p:nvPr>
        </p:nvSpPr>
        <p:spPr/>
        <p:txBody>
          <a:bodyPr/>
          <a:lstStyle>
            <a:lvl1pPr>
              <a:defRPr sz="1600"/>
            </a:lvl1pPr>
          </a:lstStyle>
          <a:p>
            <a:fld id="{52D959BA-F87B-4D99-AF59-D9A297F444A4}" type="slidenum">
              <a:rPr lang="en-US" smtClean="0"/>
              <a:pPr/>
              <a:t>‹#›</a:t>
            </a:fld>
            <a:r>
              <a:rPr lang="en-US" dirty="0" smtClean="0"/>
              <a:t>/15</a:t>
            </a:r>
            <a:endParaRPr lang="en-US" dirty="0"/>
          </a:p>
        </p:txBody>
      </p:sp>
    </p:spTree>
    <p:extLst>
      <p:ext uri="{BB962C8B-B14F-4D97-AF65-F5344CB8AC3E}">
        <p14:creationId xmlns:p14="http://schemas.microsoft.com/office/powerpoint/2010/main" val="1492288720"/>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lvl1pPr>
              <a:defRPr sz="1050"/>
            </a:lvl1pPr>
          </a:lstStyle>
          <a:p>
            <a:r>
              <a:rPr lang="en-US" smtClean="0"/>
              <a:t>Samia Choueiri</a:t>
            </a:r>
            <a:endParaRPr lang="en-US" dirty="0" smtClean="0"/>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smtClean="0"/>
              <a:t>© American University of Science and Technology </a:t>
            </a:r>
            <a:endParaRPr lang="en-US"/>
          </a:p>
        </p:txBody>
      </p:sp>
      <p:sp>
        <p:nvSpPr>
          <p:cNvPr id="9" name="Slide Number Placeholder 8"/>
          <p:cNvSpPr>
            <a:spLocks noGrp="1"/>
          </p:cNvSpPr>
          <p:nvPr>
            <p:ph type="sldNum" sz="quarter" idx="12"/>
          </p:nvPr>
        </p:nvSpPr>
        <p:spPr/>
        <p:txBody>
          <a:bodyPr/>
          <a:lstStyle>
            <a:lvl1pPr>
              <a:defRPr sz="1600"/>
            </a:lvl1pPr>
          </a:lstStyle>
          <a:p>
            <a:fld id="{52D959BA-F87B-4D99-AF59-D9A297F444A4}" type="slidenum">
              <a:rPr lang="en-US" smtClean="0"/>
              <a:pPr/>
              <a:t>‹#›</a:t>
            </a:fld>
            <a:r>
              <a:rPr lang="en-US" dirty="0" smtClean="0"/>
              <a:t>/15</a:t>
            </a:r>
            <a:endParaRPr lang="en-US" dirty="0"/>
          </a:p>
        </p:txBody>
      </p:sp>
    </p:spTree>
    <p:extLst>
      <p:ext uri="{BB962C8B-B14F-4D97-AF65-F5344CB8AC3E}">
        <p14:creationId xmlns:p14="http://schemas.microsoft.com/office/powerpoint/2010/main" val="2365739012"/>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r>
              <a:rPr lang="en-US" smtClean="0"/>
              <a:t>Samia Choueiri</a:t>
            </a:r>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smtClean="0"/>
              <a:t>© American University of Science and Technology </a:t>
            </a:r>
            <a:endParaRPr lang="en-US"/>
          </a:p>
        </p:txBody>
      </p:sp>
      <p:sp>
        <p:nvSpPr>
          <p:cNvPr id="7" name="Slide Number Placeholder 6"/>
          <p:cNvSpPr>
            <a:spLocks noGrp="1"/>
          </p:cNvSpPr>
          <p:nvPr>
            <p:ph type="sldNum" sz="quarter" idx="12"/>
          </p:nvPr>
        </p:nvSpPr>
        <p:spPr/>
        <p:txBody>
          <a:bodyPr/>
          <a:lstStyle>
            <a:lvl1pPr>
              <a:defRPr sz="1600">
                <a:solidFill>
                  <a:schemeClr val="tx2"/>
                </a:solidFill>
              </a:defRPr>
            </a:lvl1pPr>
          </a:lstStyle>
          <a:p>
            <a:fld id="{52D959BA-F87B-4D99-AF59-D9A297F444A4}" type="slidenum">
              <a:rPr lang="en-US" smtClean="0"/>
              <a:pPr/>
              <a:t>‹#›</a:t>
            </a:fld>
            <a:r>
              <a:rPr lang="en-US" dirty="0" smtClean="0"/>
              <a:t>/15</a:t>
            </a:r>
            <a:endParaRPr lang="en-US" dirty="0"/>
          </a:p>
        </p:txBody>
      </p:sp>
    </p:spTree>
    <p:extLst>
      <p:ext uri="{BB962C8B-B14F-4D97-AF65-F5344CB8AC3E}">
        <p14:creationId xmlns:p14="http://schemas.microsoft.com/office/powerpoint/2010/main" val="677488405"/>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r>
              <a:rPr lang="en-US" smtClean="0"/>
              <a:t>Samia Choueiri</a:t>
            </a:r>
            <a:endParaRPr lang="en-US"/>
          </a:p>
        </p:txBody>
      </p:sp>
      <p:sp>
        <p:nvSpPr>
          <p:cNvPr id="6" name="Footer Placeholder 5"/>
          <p:cNvSpPr>
            <a:spLocks noGrp="1"/>
          </p:cNvSpPr>
          <p:nvPr>
            <p:ph type="ftr" sz="quarter" idx="11"/>
          </p:nvPr>
        </p:nvSpPr>
        <p:spPr/>
        <p:txBody>
          <a:bodyPr/>
          <a:lstStyle/>
          <a:p>
            <a:r>
              <a:rPr lang="en-US" smtClean="0"/>
              <a:t>© American University of Science and Technology </a:t>
            </a:r>
            <a:endParaRPr lang="en-US"/>
          </a:p>
        </p:txBody>
      </p:sp>
      <p:sp>
        <p:nvSpPr>
          <p:cNvPr id="7" name="Slide Number Placeholder 6"/>
          <p:cNvSpPr>
            <a:spLocks noGrp="1"/>
          </p:cNvSpPr>
          <p:nvPr>
            <p:ph type="sldNum" sz="quarter" idx="12"/>
          </p:nvPr>
        </p:nvSpPr>
        <p:spPr/>
        <p:txBody>
          <a:bodyPr/>
          <a:lstStyle/>
          <a:p>
            <a:fld id="{52D959BA-F87B-4D99-AF59-D9A297F444A4}" type="slidenum">
              <a:rPr lang="en-US" smtClean="0"/>
              <a:t>‹#›</a:t>
            </a:fld>
            <a:endParaRPr lang="en-US"/>
          </a:p>
        </p:txBody>
      </p:sp>
    </p:spTree>
    <p:extLst>
      <p:ext uri="{BB962C8B-B14F-4D97-AF65-F5344CB8AC3E}">
        <p14:creationId xmlns:p14="http://schemas.microsoft.com/office/powerpoint/2010/main" val="573019947"/>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r>
              <a:rPr lang="en-US" smtClean="0"/>
              <a:t>Samia Choueiri</a:t>
            </a:r>
            <a:endParaRPr lang="en-US"/>
          </a:p>
        </p:txBody>
      </p:sp>
      <p:sp>
        <p:nvSpPr>
          <p:cNvPr id="5" name="Footer Placeholder 4"/>
          <p:cNvSpPr>
            <a:spLocks noGrp="1"/>
          </p:cNvSpPr>
          <p:nvPr>
            <p:ph type="ftr" sz="quarter" idx="11"/>
          </p:nvPr>
        </p:nvSpPr>
        <p:spPr/>
        <p:txBody>
          <a:bodyPr/>
          <a:lstStyle/>
          <a:p>
            <a:r>
              <a:rPr lang="en-US" smtClean="0"/>
              <a:t>© American University of Science and Technology </a:t>
            </a:r>
            <a:endParaRPr lang="en-US"/>
          </a:p>
        </p:txBody>
      </p:sp>
      <p:sp>
        <p:nvSpPr>
          <p:cNvPr id="6" name="Slide Number Placeholder 5"/>
          <p:cNvSpPr>
            <a:spLocks noGrp="1"/>
          </p:cNvSpPr>
          <p:nvPr>
            <p:ph type="sldNum" sz="quarter" idx="12"/>
          </p:nvPr>
        </p:nvSpPr>
        <p:spPr/>
        <p:txBody>
          <a:bodyPr/>
          <a:lstStyle/>
          <a:p>
            <a:fld id="{52D959BA-F87B-4D99-AF59-D9A297F444A4}" type="slidenum">
              <a:rPr lang="en-US" smtClean="0"/>
              <a:t>‹#›</a:t>
            </a:fld>
            <a:endParaRPr lang="en-US"/>
          </a:p>
        </p:txBody>
      </p:sp>
    </p:spTree>
    <p:extLst>
      <p:ext uri="{BB962C8B-B14F-4D97-AF65-F5344CB8AC3E}">
        <p14:creationId xmlns:p14="http://schemas.microsoft.com/office/powerpoint/2010/main" val="2162442040"/>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r>
              <a:rPr lang="en-US" smtClean="0"/>
              <a:t>Samia Choueiri</a:t>
            </a:r>
            <a:endParaRPr lang="en-US"/>
          </a:p>
        </p:txBody>
      </p:sp>
      <p:sp>
        <p:nvSpPr>
          <p:cNvPr id="5" name="Footer Placeholder 4"/>
          <p:cNvSpPr>
            <a:spLocks noGrp="1"/>
          </p:cNvSpPr>
          <p:nvPr>
            <p:ph type="ftr" sz="quarter" idx="11"/>
          </p:nvPr>
        </p:nvSpPr>
        <p:spPr/>
        <p:txBody>
          <a:bodyPr/>
          <a:lstStyle/>
          <a:p>
            <a:r>
              <a:rPr lang="en-US" smtClean="0"/>
              <a:t>© American University of Science and Technology </a:t>
            </a:r>
            <a:endParaRPr lang="en-US"/>
          </a:p>
        </p:txBody>
      </p:sp>
      <p:sp>
        <p:nvSpPr>
          <p:cNvPr id="6" name="Slide Number Placeholder 5"/>
          <p:cNvSpPr>
            <a:spLocks noGrp="1"/>
          </p:cNvSpPr>
          <p:nvPr>
            <p:ph type="sldNum" sz="quarter" idx="12"/>
          </p:nvPr>
        </p:nvSpPr>
        <p:spPr/>
        <p:txBody>
          <a:bodyPr/>
          <a:lstStyle/>
          <a:p>
            <a:fld id="{52D959BA-F87B-4D99-AF59-D9A297F444A4}" type="slidenum">
              <a:rPr lang="en-US" smtClean="0"/>
              <a:t>‹#›</a:t>
            </a:fld>
            <a:endParaRPr lang="en-US"/>
          </a:p>
        </p:txBody>
      </p:sp>
    </p:spTree>
    <p:extLst>
      <p:ext uri="{BB962C8B-B14F-4D97-AF65-F5344CB8AC3E}">
        <p14:creationId xmlns:p14="http://schemas.microsoft.com/office/powerpoint/2010/main" val="168159700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r>
              <a:rPr lang="en-US" smtClean="0"/>
              <a:t>Samia Choueiri</a:t>
            </a:r>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smtClean="0"/>
              <a:t>© American University of Science and Technology </a:t>
            </a:r>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52D959BA-F87B-4D99-AF59-D9A297F444A4}"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7266058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iming>
    <p:tnLst>
      <p:par>
        <p:cTn id="1" dur="indefinite" restart="never" nodeType="tmRoot"/>
      </p:par>
    </p:tnLst>
  </p:timing>
  <p:hf hdr="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jpe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3" Type="http://schemas.openxmlformats.org/officeDocument/2006/relationships/image" Target="../media/image16.gif"/><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3.xml"/><Relationship Id="rId1" Type="http://schemas.openxmlformats.org/officeDocument/2006/relationships/slideLayout" Target="../slideLayouts/slideLayout8.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Humanoid Stability Analysis Based on Impact Location and </a:t>
            </a:r>
            <a:r>
              <a:rPr lang="en-US" dirty="0" smtClean="0"/>
              <a:t>Intensity </a:t>
            </a:r>
            <a:endParaRPr lang="en-US" dirty="0"/>
          </a:p>
        </p:txBody>
      </p:sp>
      <p:sp>
        <p:nvSpPr>
          <p:cNvPr id="3" name="Subtitle 2"/>
          <p:cNvSpPr>
            <a:spLocks noGrp="1"/>
          </p:cNvSpPr>
          <p:nvPr>
            <p:ph type="subTitle" idx="1"/>
          </p:nvPr>
        </p:nvSpPr>
        <p:spPr/>
        <p:txBody>
          <a:bodyPr/>
          <a:lstStyle/>
          <a:p>
            <a:r>
              <a:rPr lang="en-US" dirty="0" smtClean="0"/>
              <a:t>Thesis proposal</a:t>
            </a:r>
            <a:endParaRPr lang="en-US" dirty="0"/>
          </a:p>
        </p:txBody>
      </p:sp>
      <p:sp>
        <p:nvSpPr>
          <p:cNvPr id="4" name="Footer Placeholder 3"/>
          <p:cNvSpPr>
            <a:spLocks noGrp="1"/>
          </p:cNvSpPr>
          <p:nvPr>
            <p:ph type="ftr" sz="quarter" idx="11"/>
          </p:nvPr>
        </p:nvSpPr>
        <p:spPr/>
        <p:txBody>
          <a:bodyPr/>
          <a:lstStyle/>
          <a:p>
            <a:r>
              <a:rPr lang="en-US" smtClean="0"/>
              <a:t>© American University of Science and Technology </a:t>
            </a:r>
            <a:endParaRPr lang="en-US"/>
          </a:p>
        </p:txBody>
      </p:sp>
      <p:sp>
        <p:nvSpPr>
          <p:cNvPr id="6" name="Subtitle 2"/>
          <p:cNvSpPr txBox="1">
            <a:spLocks/>
          </p:cNvSpPr>
          <p:nvPr/>
        </p:nvSpPr>
        <p:spPr>
          <a:xfrm>
            <a:off x="1798141" y="5440002"/>
            <a:ext cx="9960032" cy="57825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None/>
              <a:defRPr sz="2400" kern="1200" cap="all" spc="200" baseline="0">
                <a:solidFill>
                  <a:schemeClr val="tx2"/>
                </a:solidFill>
                <a:latin typeface="+mj-lt"/>
                <a:ea typeface="+mn-ea"/>
                <a:cs typeface="+mn-cs"/>
              </a:defRPr>
            </a:lvl1pPr>
            <a:lvl2pPr marL="457200" indent="0" algn="ctr" defTabSz="914400"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75000"/>
                    <a:lumOff val="25000"/>
                  </a:schemeClr>
                </a:solidFill>
                <a:latin typeface="+mn-lt"/>
                <a:ea typeface="+mn-ea"/>
                <a:cs typeface="+mn-cs"/>
              </a:defRPr>
            </a:lvl2pPr>
            <a:lvl3pPr marL="914400" indent="0" algn="ctr" defTabSz="914400"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75000"/>
                    <a:lumOff val="25000"/>
                  </a:schemeClr>
                </a:solidFill>
                <a:latin typeface="+mn-lt"/>
                <a:ea typeface="+mn-ea"/>
                <a:cs typeface="+mn-cs"/>
              </a:defRPr>
            </a:lvl3pPr>
            <a:lvl4pPr marL="1371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4pPr>
            <a:lvl5pPr marL="18288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5pPr>
            <a:lvl6pPr marL="22860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9pPr>
          </a:lstStyle>
          <a:p>
            <a:r>
              <a:rPr lang="en-US" sz="2000" dirty="0" smtClean="0"/>
              <a:t>samia choueiri </a:t>
            </a:r>
          </a:p>
          <a:p>
            <a:r>
              <a:rPr lang="en-US" sz="2000" dirty="0" smtClean="0"/>
              <a:t>Supervised by: dr. </a:t>
            </a:r>
            <a:r>
              <a:rPr lang="en-US" sz="2000" dirty="0" err="1" smtClean="0"/>
              <a:t>hassan</a:t>
            </a:r>
            <a:r>
              <a:rPr lang="en-US" sz="2000" dirty="0" smtClean="0"/>
              <a:t> </a:t>
            </a:r>
            <a:r>
              <a:rPr lang="en-US" sz="2000" dirty="0" err="1" smtClean="0"/>
              <a:t>diab</a:t>
            </a:r>
            <a:endParaRPr lang="en-US" sz="2000" dirty="0" smtClean="0"/>
          </a:p>
        </p:txBody>
      </p:sp>
      <p:sp>
        <p:nvSpPr>
          <p:cNvPr id="11" name="Date Placeholder 10"/>
          <p:cNvSpPr>
            <a:spLocks noGrp="1"/>
          </p:cNvSpPr>
          <p:nvPr>
            <p:ph type="dt" sz="half" idx="10"/>
          </p:nvPr>
        </p:nvSpPr>
        <p:spPr/>
        <p:txBody>
          <a:bodyPr/>
          <a:lstStyle/>
          <a:p>
            <a:r>
              <a:rPr lang="en-US" smtClean="0"/>
              <a:t>Samia Choueiri</a:t>
            </a:r>
            <a:endParaRPr lang="en-US" dirty="0"/>
          </a:p>
        </p:txBody>
      </p:sp>
      <p:sp>
        <p:nvSpPr>
          <p:cNvPr id="7" name="Slide Number Placeholder 6"/>
          <p:cNvSpPr>
            <a:spLocks noGrp="1"/>
          </p:cNvSpPr>
          <p:nvPr>
            <p:ph type="sldNum" sz="quarter" idx="12"/>
          </p:nvPr>
        </p:nvSpPr>
        <p:spPr/>
        <p:txBody>
          <a:bodyPr/>
          <a:lstStyle/>
          <a:p>
            <a:fld id="{52D959BA-F87B-4D99-AF59-D9A297F444A4}" type="slidenum">
              <a:rPr lang="en-US" smtClean="0"/>
              <a:pPr/>
              <a:t>1</a:t>
            </a:fld>
            <a:r>
              <a:rPr lang="en-US" smtClean="0"/>
              <a:t>/15</a:t>
            </a:r>
            <a:endParaRPr lang="en-US" dirty="0"/>
          </a:p>
        </p:txBody>
      </p:sp>
    </p:spTree>
    <p:extLst>
      <p:ext uri="{BB962C8B-B14F-4D97-AF65-F5344CB8AC3E}">
        <p14:creationId xmlns:p14="http://schemas.microsoft.com/office/powerpoint/2010/main" val="229362588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Outline</a:t>
            </a:r>
            <a:endParaRPr lang="en-US" dirty="0">
              <a:solidFill>
                <a:schemeClr val="accent1">
                  <a:lumMod val="75000"/>
                </a:schemeClr>
              </a:solidFill>
            </a:endParaRPr>
          </a:p>
        </p:txBody>
      </p:sp>
      <p:grpSp>
        <p:nvGrpSpPr>
          <p:cNvPr id="31" name="Group 30"/>
          <p:cNvGrpSpPr/>
          <p:nvPr/>
        </p:nvGrpSpPr>
        <p:grpSpPr>
          <a:xfrm>
            <a:off x="1250692" y="1846263"/>
            <a:ext cx="4852928" cy="288688"/>
            <a:chOff x="977582" y="1324"/>
            <a:chExt cx="3594615" cy="288688"/>
          </a:xfrm>
        </p:grpSpPr>
        <p:sp>
          <p:nvSpPr>
            <p:cNvPr id="65" name="Pentagon 64"/>
            <p:cNvSpPr/>
            <p:nvPr/>
          </p:nvSpPr>
          <p:spPr>
            <a:xfrm rot="10800000">
              <a:off x="977582" y="1324"/>
              <a:ext cx="3594615" cy="288688"/>
            </a:xfrm>
            <a:prstGeom prst="homePlate">
              <a:avLst/>
            </a:pr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sp>
        <p:sp>
          <p:nvSpPr>
            <p:cNvPr id="66" name="Pentagon 4"/>
            <p:cNvSpPr txBox="1"/>
            <p:nvPr/>
          </p:nvSpPr>
          <p:spPr>
            <a:xfrm rot="21600000">
              <a:off x="1049754" y="1324"/>
              <a:ext cx="3522443" cy="28868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27303" tIns="76200" rIns="142240" bIns="76200" numCol="1" spcCol="1270" anchor="ctr" anchorCtr="0">
              <a:noAutofit/>
            </a:bodyPr>
            <a:lstStyle/>
            <a:p>
              <a:pPr lvl="0" algn="l" defTabSz="889000">
                <a:lnSpc>
                  <a:spcPct val="90000"/>
                </a:lnSpc>
                <a:spcBef>
                  <a:spcPct val="0"/>
                </a:spcBef>
                <a:spcAft>
                  <a:spcPct val="35000"/>
                </a:spcAft>
              </a:pPr>
              <a:r>
                <a:rPr lang="en-US" sz="2000" kern="1200" dirty="0" smtClean="0"/>
                <a:t>Introduction</a:t>
              </a:r>
              <a:endParaRPr lang="en-US" sz="2000" kern="1200" dirty="0"/>
            </a:p>
          </p:txBody>
        </p:sp>
      </p:grpSp>
      <p:grpSp>
        <p:nvGrpSpPr>
          <p:cNvPr id="32" name="Group 31"/>
          <p:cNvGrpSpPr/>
          <p:nvPr/>
        </p:nvGrpSpPr>
        <p:grpSpPr>
          <a:xfrm>
            <a:off x="1250692" y="2221127"/>
            <a:ext cx="4852928" cy="288688"/>
            <a:chOff x="977582" y="376188"/>
            <a:chExt cx="3594615" cy="288688"/>
          </a:xfrm>
        </p:grpSpPr>
        <p:sp>
          <p:nvSpPr>
            <p:cNvPr id="63" name="Pentagon 62"/>
            <p:cNvSpPr/>
            <p:nvPr/>
          </p:nvSpPr>
          <p:spPr>
            <a:xfrm rot="10800000">
              <a:off x="977582" y="376188"/>
              <a:ext cx="3594615" cy="288688"/>
            </a:xfrm>
            <a:prstGeom prst="homePlate">
              <a:avLst/>
            </a:prstGeom>
          </p:spPr>
          <p:style>
            <a:lnRef idx="2">
              <a:schemeClr val="lt1">
                <a:hueOff val="0"/>
                <a:satOff val="0"/>
                <a:lumOff val="0"/>
                <a:alphaOff val="0"/>
              </a:schemeClr>
            </a:lnRef>
            <a:fillRef idx="1">
              <a:schemeClr val="accent2">
                <a:hueOff val="-121075"/>
                <a:satOff val="-53"/>
                <a:lumOff val="143"/>
                <a:alphaOff val="0"/>
              </a:schemeClr>
            </a:fillRef>
            <a:effectRef idx="0">
              <a:schemeClr val="accent2">
                <a:hueOff val="-121075"/>
                <a:satOff val="-53"/>
                <a:lumOff val="143"/>
                <a:alphaOff val="0"/>
              </a:schemeClr>
            </a:effectRef>
            <a:fontRef idx="minor">
              <a:schemeClr val="lt1"/>
            </a:fontRef>
          </p:style>
        </p:sp>
        <p:sp>
          <p:nvSpPr>
            <p:cNvPr id="64" name="Pentagon 6"/>
            <p:cNvSpPr txBox="1"/>
            <p:nvPr/>
          </p:nvSpPr>
          <p:spPr>
            <a:xfrm rot="21600000">
              <a:off x="1049754" y="376188"/>
              <a:ext cx="3522443" cy="28868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27303" tIns="76200" rIns="142240" bIns="76200" numCol="1" spcCol="1270" anchor="ctr" anchorCtr="0">
              <a:noAutofit/>
            </a:bodyPr>
            <a:lstStyle/>
            <a:p>
              <a:pPr lvl="0" algn="l" defTabSz="889000">
                <a:lnSpc>
                  <a:spcPct val="90000"/>
                </a:lnSpc>
                <a:spcBef>
                  <a:spcPct val="0"/>
                </a:spcBef>
                <a:spcAft>
                  <a:spcPct val="35000"/>
                </a:spcAft>
              </a:pPr>
              <a:r>
                <a:rPr lang="en-US" sz="2000" kern="1200" dirty="0" smtClean="0"/>
                <a:t>Statement of the Problem</a:t>
              </a:r>
            </a:p>
          </p:txBody>
        </p:sp>
      </p:grpSp>
      <p:grpSp>
        <p:nvGrpSpPr>
          <p:cNvPr id="34" name="Group 33"/>
          <p:cNvGrpSpPr/>
          <p:nvPr/>
        </p:nvGrpSpPr>
        <p:grpSpPr>
          <a:xfrm>
            <a:off x="1250692" y="2602363"/>
            <a:ext cx="4852928" cy="288688"/>
            <a:chOff x="977582" y="1125915"/>
            <a:chExt cx="3594615" cy="288688"/>
          </a:xfrm>
        </p:grpSpPr>
        <p:sp>
          <p:nvSpPr>
            <p:cNvPr id="59" name="Pentagon 58"/>
            <p:cNvSpPr/>
            <p:nvPr/>
          </p:nvSpPr>
          <p:spPr>
            <a:xfrm rot="10800000">
              <a:off x="977582" y="1125915"/>
              <a:ext cx="3594615" cy="288688"/>
            </a:xfrm>
            <a:prstGeom prst="homePlate">
              <a:avLst/>
            </a:prstGeom>
          </p:spPr>
          <p:style>
            <a:lnRef idx="2">
              <a:schemeClr val="lt1">
                <a:hueOff val="0"/>
                <a:satOff val="0"/>
                <a:lumOff val="0"/>
                <a:alphaOff val="0"/>
              </a:schemeClr>
            </a:lnRef>
            <a:fillRef idx="1">
              <a:schemeClr val="accent2">
                <a:hueOff val="-363225"/>
                <a:satOff val="-160"/>
                <a:lumOff val="428"/>
                <a:alphaOff val="0"/>
              </a:schemeClr>
            </a:fillRef>
            <a:effectRef idx="0">
              <a:schemeClr val="accent2">
                <a:hueOff val="-363225"/>
                <a:satOff val="-160"/>
                <a:lumOff val="428"/>
                <a:alphaOff val="0"/>
              </a:schemeClr>
            </a:effectRef>
            <a:fontRef idx="minor">
              <a:schemeClr val="lt1"/>
            </a:fontRef>
          </p:style>
        </p:sp>
        <p:sp>
          <p:nvSpPr>
            <p:cNvPr id="60" name="Pentagon 10"/>
            <p:cNvSpPr txBox="1"/>
            <p:nvPr/>
          </p:nvSpPr>
          <p:spPr>
            <a:xfrm rot="21600000">
              <a:off x="1049754" y="1125915"/>
              <a:ext cx="3522443" cy="28868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27303" tIns="76200" rIns="142240" bIns="76200" numCol="1" spcCol="1270" anchor="ctr" anchorCtr="0">
              <a:noAutofit/>
            </a:bodyPr>
            <a:lstStyle/>
            <a:p>
              <a:pPr lvl="0" algn="l" defTabSz="889000">
                <a:lnSpc>
                  <a:spcPct val="90000"/>
                </a:lnSpc>
                <a:spcBef>
                  <a:spcPct val="0"/>
                </a:spcBef>
                <a:spcAft>
                  <a:spcPct val="35000"/>
                </a:spcAft>
              </a:pPr>
              <a:r>
                <a:rPr lang="en-US" sz="2000" kern="1200" dirty="0" smtClean="0"/>
                <a:t>Literature Review</a:t>
              </a:r>
            </a:p>
          </p:txBody>
        </p:sp>
      </p:grpSp>
      <p:grpSp>
        <p:nvGrpSpPr>
          <p:cNvPr id="35" name="Group 34"/>
          <p:cNvGrpSpPr/>
          <p:nvPr/>
        </p:nvGrpSpPr>
        <p:grpSpPr>
          <a:xfrm>
            <a:off x="1244659" y="3406683"/>
            <a:ext cx="4852928" cy="288688"/>
            <a:chOff x="977582" y="1500779"/>
            <a:chExt cx="3594615" cy="288688"/>
          </a:xfrm>
        </p:grpSpPr>
        <p:sp>
          <p:nvSpPr>
            <p:cNvPr id="57" name="Pentagon 56"/>
            <p:cNvSpPr/>
            <p:nvPr/>
          </p:nvSpPr>
          <p:spPr>
            <a:xfrm rot="10800000">
              <a:off x="977582" y="1500779"/>
              <a:ext cx="3594615" cy="288688"/>
            </a:xfrm>
            <a:prstGeom prst="homePlate">
              <a:avLst/>
            </a:prstGeom>
          </p:spPr>
          <p:style>
            <a:lnRef idx="2">
              <a:schemeClr val="lt1">
                <a:hueOff val="0"/>
                <a:satOff val="0"/>
                <a:lumOff val="0"/>
                <a:alphaOff val="0"/>
              </a:schemeClr>
            </a:lnRef>
            <a:fillRef idx="1">
              <a:schemeClr val="accent2">
                <a:hueOff val="-484300"/>
                <a:satOff val="-213"/>
                <a:lumOff val="571"/>
                <a:alphaOff val="0"/>
              </a:schemeClr>
            </a:fillRef>
            <a:effectRef idx="0">
              <a:schemeClr val="accent2">
                <a:hueOff val="-484300"/>
                <a:satOff val="-213"/>
                <a:lumOff val="571"/>
                <a:alphaOff val="0"/>
              </a:schemeClr>
            </a:effectRef>
            <a:fontRef idx="minor">
              <a:schemeClr val="lt1"/>
            </a:fontRef>
          </p:style>
        </p:sp>
        <p:sp>
          <p:nvSpPr>
            <p:cNvPr id="58" name="Pentagon 12"/>
            <p:cNvSpPr txBox="1"/>
            <p:nvPr/>
          </p:nvSpPr>
          <p:spPr>
            <a:xfrm rot="21600000">
              <a:off x="1049754" y="1500779"/>
              <a:ext cx="3522443" cy="28868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27303" tIns="76200" rIns="142240" bIns="76200" numCol="1" spcCol="1270" anchor="ctr" anchorCtr="0">
              <a:noAutofit/>
            </a:bodyPr>
            <a:lstStyle/>
            <a:p>
              <a:pPr lvl="0" defTabSz="889000">
                <a:lnSpc>
                  <a:spcPct val="90000"/>
                </a:lnSpc>
                <a:spcBef>
                  <a:spcPct val="0"/>
                </a:spcBef>
                <a:spcAft>
                  <a:spcPct val="35000"/>
                </a:spcAft>
              </a:pPr>
              <a:r>
                <a:rPr lang="en-US" sz="2000" dirty="0"/>
                <a:t>Methodology Of The Work</a:t>
              </a:r>
            </a:p>
          </p:txBody>
        </p:sp>
      </p:grpSp>
      <p:grpSp>
        <p:nvGrpSpPr>
          <p:cNvPr id="36" name="Group 35"/>
          <p:cNvGrpSpPr/>
          <p:nvPr/>
        </p:nvGrpSpPr>
        <p:grpSpPr>
          <a:xfrm>
            <a:off x="1244659" y="3010202"/>
            <a:ext cx="4852928" cy="288688"/>
            <a:chOff x="977582" y="1875642"/>
            <a:chExt cx="3594615" cy="288688"/>
          </a:xfrm>
        </p:grpSpPr>
        <p:sp>
          <p:nvSpPr>
            <p:cNvPr id="55" name="Pentagon 54"/>
            <p:cNvSpPr/>
            <p:nvPr/>
          </p:nvSpPr>
          <p:spPr>
            <a:xfrm rot="10800000">
              <a:off x="977582" y="1875642"/>
              <a:ext cx="3594615" cy="288688"/>
            </a:xfrm>
            <a:prstGeom prst="homePlate">
              <a:avLst/>
            </a:prstGeom>
          </p:spPr>
          <p:style>
            <a:lnRef idx="2">
              <a:schemeClr val="lt1">
                <a:hueOff val="0"/>
                <a:satOff val="0"/>
                <a:lumOff val="0"/>
                <a:alphaOff val="0"/>
              </a:schemeClr>
            </a:lnRef>
            <a:fillRef idx="1">
              <a:schemeClr val="accent2">
                <a:hueOff val="-605375"/>
                <a:satOff val="-266"/>
                <a:lumOff val="713"/>
                <a:alphaOff val="0"/>
              </a:schemeClr>
            </a:fillRef>
            <a:effectRef idx="0">
              <a:schemeClr val="accent2">
                <a:hueOff val="-605375"/>
                <a:satOff val="-266"/>
                <a:lumOff val="713"/>
                <a:alphaOff val="0"/>
              </a:schemeClr>
            </a:effectRef>
            <a:fontRef idx="minor">
              <a:schemeClr val="lt1"/>
            </a:fontRef>
          </p:style>
        </p:sp>
        <p:sp>
          <p:nvSpPr>
            <p:cNvPr id="56" name="Pentagon 14"/>
            <p:cNvSpPr txBox="1"/>
            <p:nvPr/>
          </p:nvSpPr>
          <p:spPr>
            <a:xfrm rot="21600000">
              <a:off x="1049754" y="1875642"/>
              <a:ext cx="3522443" cy="28868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27303" tIns="76200" rIns="142240" bIns="76200" numCol="1" spcCol="1270" anchor="ctr" anchorCtr="0">
              <a:noAutofit/>
            </a:bodyPr>
            <a:lstStyle/>
            <a:p>
              <a:pPr lvl="0" algn="l" defTabSz="889000">
                <a:lnSpc>
                  <a:spcPct val="90000"/>
                </a:lnSpc>
                <a:spcBef>
                  <a:spcPct val="0"/>
                </a:spcBef>
                <a:spcAft>
                  <a:spcPct val="35000"/>
                </a:spcAft>
              </a:pPr>
              <a:r>
                <a:rPr lang="en-US" sz="2000" dirty="0" smtClean="0"/>
                <a:t>Thesis Objectives</a:t>
              </a:r>
              <a:endParaRPr lang="en-US" sz="2000" kern="1200" dirty="0" smtClean="0"/>
            </a:p>
          </p:txBody>
        </p:sp>
      </p:grpSp>
      <p:grpSp>
        <p:nvGrpSpPr>
          <p:cNvPr id="37" name="Group 36"/>
          <p:cNvGrpSpPr/>
          <p:nvPr/>
        </p:nvGrpSpPr>
        <p:grpSpPr>
          <a:xfrm>
            <a:off x="1250692" y="4236529"/>
            <a:ext cx="4852928" cy="288688"/>
            <a:chOff x="977582" y="2250506"/>
            <a:chExt cx="3594615" cy="288688"/>
          </a:xfrm>
        </p:grpSpPr>
        <p:sp>
          <p:nvSpPr>
            <p:cNvPr id="53" name="Pentagon 52"/>
            <p:cNvSpPr/>
            <p:nvPr/>
          </p:nvSpPr>
          <p:spPr>
            <a:xfrm rot="10800000">
              <a:off x="977582" y="2250506"/>
              <a:ext cx="3594615" cy="288688"/>
            </a:xfrm>
            <a:prstGeom prst="homePlate">
              <a:avLst/>
            </a:prstGeom>
          </p:spPr>
          <p:style>
            <a:lnRef idx="2">
              <a:schemeClr val="lt1">
                <a:hueOff val="0"/>
                <a:satOff val="0"/>
                <a:lumOff val="0"/>
                <a:alphaOff val="0"/>
              </a:schemeClr>
            </a:lnRef>
            <a:fillRef idx="1">
              <a:schemeClr val="accent2">
                <a:hueOff val="-726449"/>
                <a:satOff val="-320"/>
                <a:lumOff val="856"/>
                <a:alphaOff val="0"/>
              </a:schemeClr>
            </a:fillRef>
            <a:effectRef idx="0">
              <a:schemeClr val="accent2">
                <a:hueOff val="-726449"/>
                <a:satOff val="-320"/>
                <a:lumOff val="856"/>
                <a:alphaOff val="0"/>
              </a:schemeClr>
            </a:effectRef>
            <a:fontRef idx="minor">
              <a:schemeClr val="lt1"/>
            </a:fontRef>
          </p:style>
        </p:sp>
        <p:sp>
          <p:nvSpPr>
            <p:cNvPr id="54" name="Pentagon 16"/>
            <p:cNvSpPr txBox="1"/>
            <p:nvPr/>
          </p:nvSpPr>
          <p:spPr>
            <a:xfrm>
              <a:off x="1049754" y="2250506"/>
              <a:ext cx="3522443" cy="28868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27303" tIns="76200" rIns="142240" bIns="76200" numCol="1" spcCol="1270" anchor="ctr" anchorCtr="0">
              <a:noAutofit/>
            </a:bodyPr>
            <a:lstStyle/>
            <a:p>
              <a:pPr lvl="0" defTabSz="889000">
                <a:lnSpc>
                  <a:spcPct val="90000"/>
                </a:lnSpc>
                <a:spcBef>
                  <a:spcPct val="0"/>
                </a:spcBef>
                <a:spcAft>
                  <a:spcPct val="35000"/>
                </a:spcAft>
              </a:pPr>
              <a:r>
                <a:rPr lang="en-US" sz="2000" dirty="0" smtClean="0"/>
                <a:t>Motion Analysis</a:t>
              </a:r>
              <a:endParaRPr lang="en-US" sz="2000" dirty="0"/>
            </a:p>
          </p:txBody>
        </p:sp>
      </p:grpSp>
      <p:grpSp>
        <p:nvGrpSpPr>
          <p:cNvPr id="38" name="Group 37"/>
          <p:cNvGrpSpPr/>
          <p:nvPr/>
        </p:nvGrpSpPr>
        <p:grpSpPr>
          <a:xfrm>
            <a:off x="1250692" y="4611394"/>
            <a:ext cx="4852928" cy="288688"/>
            <a:chOff x="977582" y="2625369"/>
            <a:chExt cx="3594615" cy="288688"/>
          </a:xfrm>
        </p:grpSpPr>
        <p:sp>
          <p:nvSpPr>
            <p:cNvPr id="51" name="Pentagon 50"/>
            <p:cNvSpPr/>
            <p:nvPr/>
          </p:nvSpPr>
          <p:spPr>
            <a:xfrm rot="10800000">
              <a:off x="977582" y="2625369"/>
              <a:ext cx="3594615" cy="288688"/>
            </a:xfrm>
            <a:prstGeom prst="homePlate">
              <a:avLst/>
            </a:prstGeom>
          </p:spPr>
          <p:style>
            <a:lnRef idx="2">
              <a:schemeClr val="lt1">
                <a:hueOff val="0"/>
                <a:satOff val="0"/>
                <a:lumOff val="0"/>
                <a:alphaOff val="0"/>
              </a:schemeClr>
            </a:lnRef>
            <a:fillRef idx="1">
              <a:schemeClr val="accent2">
                <a:hueOff val="-847524"/>
                <a:satOff val="-373"/>
                <a:lumOff val="998"/>
                <a:alphaOff val="0"/>
              </a:schemeClr>
            </a:fillRef>
            <a:effectRef idx="0">
              <a:schemeClr val="accent2">
                <a:hueOff val="-847524"/>
                <a:satOff val="-373"/>
                <a:lumOff val="998"/>
                <a:alphaOff val="0"/>
              </a:schemeClr>
            </a:effectRef>
            <a:fontRef idx="minor">
              <a:schemeClr val="lt1"/>
            </a:fontRef>
          </p:style>
        </p:sp>
        <p:sp>
          <p:nvSpPr>
            <p:cNvPr id="52" name="Pentagon 18"/>
            <p:cNvSpPr txBox="1"/>
            <p:nvPr/>
          </p:nvSpPr>
          <p:spPr>
            <a:xfrm rot="21600000">
              <a:off x="1049754" y="2625369"/>
              <a:ext cx="3522443" cy="28868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27303" tIns="76200" rIns="142240" bIns="76200" numCol="1" spcCol="1270" anchor="ctr" anchorCtr="0">
              <a:noAutofit/>
            </a:bodyPr>
            <a:lstStyle/>
            <a:p>
              <a:pPr lvl="0" algn="l" defTabSz="889000">
                <a:lnSpc>
                  <a:spcPct val="90000"/>
                </a:lnSpc>
                <a:spcBef>
                  <a:spcPct val="0"/>
                </a:spcBef>
                <a:spcAft>
                  <a:spcPct val="35000"/>
                </a:spcAft>
              </a:pPr>
              <a:r>
                <a:rPr lang="en-US" sz="2000" kern="1200" dirty="0" smtClean="0"/>
                <a:t>Stability Unde</a:t>
              </a:r>
              <a:r>
                <a:rPr lang="en-US" sz="2000" dirty="0" smtClean="0"/>
                <a:t>r Disturbances</a:t>
              </a:r>
              <a:endParaRPr lang="en-US" sz="2000" kern="1200" dirty="0" smtClean="0"/>
            </a:p>
          </p:txBody>
        </p:sp>
      </p:grpSp>
      <p:grpSp>
        <p:nvGrpSpPr>
          <p:cNvPr id="40" name="Group 39"/>
          <p:cNvGrpSpPr/>
          <p:nvPr/>
        </p:nvGrpSpPr>
        <p:grpSpPr>
          <a:xfrm>
            <a:off x="1244658" y="5022634"/>
            <a:ext cx="4852928" cy="288688"/>
            <a:chOff x="977582" y="3375097"/>
            <a:chExt cx="3594615" cy="288688"/>
          </a:xfrm>
        </p:grpSpPr>
        <p:sp>
          <p:nvSpPr>
            <p:cNvPr id="47" name="Pentagon 46"/>
            <p:cNvSpPr/>
            <p:nvPr/>
          </p:nvSpPr>
          <p:spPr>
            <a:xfrm rot="10800000">
              <a:off x="977582" y="3375097"/>
              <a:ext cx="3594615" cy="288688"/>
            </a:xfrm>
            <a:prstGeom prst="homePlate">
              <a:avLst/>
            </a:prstGeom>
          </p:spPr>
          <p:style>
            <a:lnRef idx="2">
              <a:schemeClr val="lt1">
                <a:hueOff val="0"/>
                <a:satOff val="0"/>
                <a:lumOff val="0"/>
                <a:alphaOff val="0"/>
              </a:schemeClr>
            </a:lnRef>
            <a:fillRef idx="1">
              <a:schemeClr val="accent2">
                <a:hueOff val="-1089674"/>
                <a:satOff val="-479"/>
                <a:lumOff val="1284"/>
                <a:alphaOff val="0"/>
              </a:schemeClr>
            </a:fillRef>
            <a:effectRef idx="0">
              <a:schemeClr val="accent2">
                <a:hueOff val="-1089674"/>
                <a:satOff val="-479"/>
                <a:lumOff val="1284"/>
                <a:alphaOff val="0"/>
              </a:schemeClr>
            </a:effectRef>
            <a:fontRef idx="minor">
              <a:schemeClr val="lt1"/>
            </a:fontRef>
          </p:style>
        </p:sp>
        <p:sp>
          <p:nvSpPr>
            <p:cNvPr id="48" name="Pentagon 22"/>
            <p:cNvSpPr txBox="1"/>
            <p:nvPr/>
          </p:nvSpPr>
          <p:spPr>
            <a:xfrm rot="21600000">
              <a:off x="1049754" y="3375097"/>
              <a:ext cx="3522443" cy="28868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27303" tIns="76200" rIns="142240" bIns="76200" numCol="1" spcCol="1270" anchor="ctr" anchorCtr="0">
              <a:noAutofit/>
            </a:bodyPr>
            <a:lstStyle/>
            <a:p>
              <a:pPr lvl="0" defTabSz="889000">
                <a:lnSpc>
                  <a:spcPct val="90000"/>
                </a:lnSpc>
                <a:spcBef>
                  <a:spcPct val="0"/>
                </a:spcBef>
                <a:spcAft>
                  <a:spcPct val="35000"/>
                </a:spcAft>
              </a:pPr>
              <a:r>
                <a:rPr lang="en-US" sz="2000" dirty="0" smtClean="0"/>
                <a:t>Disturbance Evaluation with Sensors</a:t>
              </a:r>
              <a:endParaRPr lang="en-US" sz="2000" dirty="0"/>
            </a:p>
          </p:txBody>
        </p:sp>
      </p:grpSp>
      <p:sp>
        <p:nvSpPr>
          <p:cNvPr id="6" name="Footer Placeholder 5"/>
          <p:cNvSpPr>
            <a:spLocks noGrp="1"/>
          </p:cNvSpPr>
          <p:nvPr>
            <p:ph type="ftr" sz="quarter" idx="11"/>
          </p:nvPr>
        </p:nvSpPr>
        <p:spPr/>
        <p:txBody>
          <a:bodyPr/>
          <a:lstStyle/>
          <a:p>
            <a:r>
              <a:rPr lang="en-US" smtClean="0"/>
              <a:t>© American University of Science and Technology </a:t>
            </a:r>
            <a:endParaRPr lang="en-US" dirty="0"/>
          </a:p>
        </p:txBody>
      </p:sp>
      <p:grpSp>
        <p:nvGrpSpPr>
          <p:cNvPr id="39" name="Group 38"/>
          <p:cNvGrpSpPr/>
          <p:nvPr/>
        </p:nvGrpSpPr>
        <p:grpSpPr>
          <a:xfrm>
            <a:off x="1233282" y="5434342"/>
            <a:ext cx="4852928" cy="288688"/>
            <a:chOff x="977582" y="3375097"/>
            <a:chExt cx="3594615" cy="288688"/>
          </a:xfrm>
        </p:grpSpPr>
        <p:sp>
          <p:nvSpPr>
            <p:cNvPr id="41" name="Pentagon 40"/>
            <p:cNvSpPr/>
            <p:nvPr/>
          </p:nvSpPr>
          <p:spPr>
            <a:xfrm rot="10800000">
              <a:off x="977582" y="3375097"/>
              <a:ext cx="3594615" cy="288688"/>
            </a:xfrm>
            <a:prstGeom prst="homePlate">
              <a:avLst/>
            </a:prstGeom>
          </p:spPr>
          <p:style>
            <a:lnRef idx="2">
              <a:schemeClr val="lt1">
                <a:hueOff val="0"/>
                <a:satOff val="0"/>
                <a:lumOff val="0"/>
                <a:alphaOff val="0"/>
              </a:schemeClr>
            </a:lnRef>
            <a:fillRef idx="1">
              <a:schemeClr val="accent2">
                <a:hueOff val="-1089674"/>
                <a:satOff val="-479"/>
                <a:lumOff val="1284"/>
                <a:alphaOff val="0"/>
              </a:schemeClr>
            </a:fillRef>
            <a:effectRef idx="0">
              <a:schemeClr val="accent2">
                <a:hueOff val="-1089674"/>
                <a:satOff val="-479"/>
                <a:lumOff val="1284"/>
                <a:alphaOff val="0"/>
              </a:schemeClr>
            </a:effectRef>
            <a:fontRef idx="minor">
              <a:schemeClr val="lt1"/>
            </a:fontRef>
          </p:style>
        </p:sp>
        <p:sp>
          <p:nvSpPr>
            <p:cNvPr id="42" name="Pentagon 22"/>
            <p:cNvSpPr txBox="1"/>
            <p:nvPr/>
          </p:nvSpPr>
          <p:spPr>
            <a:xfrm rot="21600000">
              <a:off x="1049754" y="3375097"/>
              <a:ext cx="3522443" cy="28868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27303" tIns="76200" rIns="142240" bIns="76200" numCol="1" spcCol="1270" anchor="ctr" anchorCtr="0">
              <a:noAutofit/>
            </a:bodyPr>
            <a:lstStyle/>
            <a:p>
              <a:pPr lvl="0" defTabSz="889000">
                <a:lnSpc>
                  <a:spcPct val="90000"/>
                </a:lnSpc>
                <a:spcBef>
                  <a:spcPct val="0"/>
                </a:spcBef>
                <a:spcAft>
                  <a:spcPct val="35000"/>
                </a:spcAft>
              </a:pPr>
              <a:r>
                <a:rPr lang="en-US" sz="2000" dirty="0" smtClean="0"/>
                <a:t>Disturbance Evaluation without Sensors</a:t>
              </a:r>
              <a:endParaRPr lang="en-US" sz="2000" dirty="0"/>
            </a:p>
          </p:txBody>
        </p:sp>
      </p:grpSp>
      <p:grpSp>
        <p:nvGrpSpPr>
          <p:cNvPr id="43" name="Group 42"/>
          <p:cNvGrpSpPr/>
          <p:nvPr/>
        </p:nvGrpSpPr>
        <p:grpSpPr>
          <a:xfrm>
            <a:off x="1235554" y="5846054"/>
            <a:ext cx="4852928" cy="288688"/>
            <a:chOff x="977582" y="3375097"/>
            <a:chExt cx="3594615" cy="288688"/>
          </a:xfrm>
        </p:grpSpPr>
        <p:sp>
          <p:nvSpPr>
            <p:cNvPr id="44" name="Pentagon 43"/>
            <p:cNvSpPr/>
            <p:nvPr/>
          </p:nvSpPr>
          <p:spPr>
            <a:xfrm rot="10800000">
              <a:off x="977582" y="3375097"/>
              <a:ext cx="3594615" cy="288688"/>
            </a:xfrm>
            <a:prstGeom prst="homePlate">
              <a:avLst/>
            </a:prstGeom>
          </p:spPr>
          <p:style>
            <a:lnRef idx="2">
              <a:schemeClr val="lt1">
                <a:hueOff val="0"/>
                <a:satOff val="0"/>
                <a:lumOff val="0"/>
                <a:alphaOff val="0"/>
              </a:schemeClr>
            </a:lnRef>
            <a:fillRef idx="1">
              <a:schemeClr val="accent2">
                <a:hueOff val="-1089674"/>
                <a:satOff val="-479"/>
                <a:lumOff val="1284"/>
                <a:alphaOff val="0"/>
              </a:schemeClr>
            </a:fillRef>
            <a:effectRef idx="0">
              <a:schemeClr val="accent2">
                <a:hueOff val="-1089674"/>
                <a:satOff val="-479"/>
                <a:lumOff val="1284"/>
                <a:alphaOff val="0"/>
              </a:schemeClr>
            </a:effectRef>
            <a:fontRef idx="minor">
              <a:schemeClr val="lt1"/>
            </a:fontRef>
          </p:style>
        </p:sp>
        <p:sp>
          <p:nvSpPr>
            <p:cNvPr id="45" name="Pentagon 22"/>
            <p:cNvSpPr txBox="1"/>
            <p:nvPr/>
          </p:nvSpPr>
          <p:spPr>
            <a:xfrm rot="21600000">
              <a:off x="1049754" y="3375097"/>
              <a:ext cx="3522443" cy="28868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27303" tIns="76200" rIns="142240" bIns="76200" numCol="1" spcCol="1270" anchor="ctr" anchorCtr="0">
              <a:noAutofit/>
            </a:bodyPr>
            <a:lstStyle/>
            <a:p>
              <a:pPr lvl="0" defTabSz="889000">
                <a:lnSpc>
                  <a:spcPct val="90000"/>
                </a:lnSpc>
                <a:spcBef>
                  <a:spcPct val="0"/>
                </a:spcBef>
                <a:spcAft>
                  <a:spcPct val="35000"/>
                </a:spcAft>
              </a:pPr>
              <a:r>
                <a:rPr lang="en-US" sz="2000" dirty="0" smtClean="0"/>
                <a:t>Stability Control Algorithm</a:t>
              </a:r>
              <a:endParaRPr lang="en-US" sz="2000" dirty="0"/>
            </a:p>
          </p:txBody>
        </p:sp>
      </p:grpSp>
      <p:sp>
        <p:nvSpPr>
          <p:cNvPr id="9" name="Date Placeholder 8"/>
          <p:cNvSpPr>
            <a:spLocks noGrp="1"/>
          </p:cNvSpPr>
          <p:nvPr>
            <p:ph type="dt" sz="half" idx="10"/>
          </p:nvPr>
        </p:nvSpPr>
        <p:spPr/>
        <p:txBody>
          <a:bodyPr/>
          <a:lstStyle/>
          <a:p>
            <a:r>
              <a:rPr lang="en-US" smtClean="0"/>
              <a:t>Samia Choueiri</a:t>
            </a:r>
            <a:endParaRPr lang="en-US" dirty="0" smtClean="0"/>
          </a:p>
        </p:txBody>
      </p:sp>
      <p:sp>
        <p:nvSpPr>
          <p:cNvPr id="4" name="Slide Number Placeholder 3"/>
          <p:cNvSpPr>
            <a:spLocks noGrp="1"/>
          </p:cNvSpPr>
          <p:nvPr>
            <p:ph type="sldNum" sz="quarter" idx="12"/>
          </p:nvPr>
        </p:nvSpPr>
        <p:spPr/>
        <p:txBody>
          <a:bodyPr/>
          <a:lstStyle/>
          <a:p>
            <a:fld id="{52D959BA-F87B-4D99-AF59-D9A297F444A4}" type="slidenum">
              <a:rPr lang="en-US" smtClean="0"/>
              <a:pPr/>
              <a:t>2</a:t>
            </a:fld>
            <a:r>
              <a:rPr lang="en-US" smtClean="0"/>
              <a:t>/15</a:t>
            </a:r>
            <a:endParaRPr lang="en-US" dirty="0"/>
          </a:p>
        </p:txBody>
      </p:sp>
      <p:grpSp>
        <p:nvGrpSpPr>
          <p:cNvPr id="46" name="Group 45"/>
          <p:cNvGrpSpPr/>
          <p:nvPr/>
        </p:nvGrpSpPr>
        <p:grpSpPr>
          <a:xfrm>
            <a:off x="1233281" y="3822507"/>
            <a:ext cx="4852928" cy="288688"/>
            <a:chOff x="977582" y="2250506"/>
            <a:chExt cx="3594615" cy="288688"/>
          </a:xfrm>
        </p:grpSpPr>
        <p:sp>
          <p:nvSpPr>
            <p:cNvPr id="49" name="Pentagon 48"/>
            <p:cNvSpPr/>
            <p:nvPr/>
          </p:nvSpPr>
          <p:spPr>
            <a:xfrm rot="10800000">
              <a:off x="977582" y="2250506"/>
              <a:ext cx="3594615" cy="288688"/>
            </a:xfrm>
            <a:prstGeom prst="homePlate">
              <a:avLst/>
            </a:prstGeom>
          </p:spPr>
          <p:style>
            <a:lnRef idx="2">
              <a:schemeClr val="lt1">
                <a:hueOff val="0"/>
                <a:satOff val="0"/>
                <a:lumOff val="0"/>
                <a:alphaOff val="0"/>
              </a:schemeClr>
            </a:lnRef>
            <a:fillRef idx="1">
              <a:schemeClr val="accent2">
                <a:hueOff val="-726449"/>
                <a:satOff val="-320"/>
                <a:lumOff val="856"/>
                <a:alphaOff val="0"/>
              </a:schemeClr>
            </a:fillRef>
            <a:effectRef idx="0">
              <a:schemeClr val="accent2">
                <a:hueOff val="-726449"/>
                <a:satOff val="-320"/>
                <a:lumOff val="856"/>
                <a:alphaOff val="0"/>
              </a:schemeClr>
            </a:effectRef>
            <a:fontRef idx="minor">
              <a:schemeClr val="lt1"/>
            </a:fontRef>
          </p:style>
        </p:sp>
        <p:sp>
          <p:nvSpPr>
            <p:cNvPr id="50" name="Pentagon 16"/>
            <p:cNvSpPr txBox="1"/>
            <p:nvPr/>
          </p:nvSpPr>
          <p:spPr>
            <a:xfrm>
              <a:off x="1049754" y="2250506"/>
              <a:ext cx="3522443" cy="28868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27303" tIns="76200" rIns="142240" bIns="76200" numCol="1" spcCol="1270" anchor="ctr" anchorCtr="0">
              <a:noAutofit/>
            </a:bodyPr>
            <a:lstStyle/>
            <a:p>
              <a:pPr lvl="0" defTabSz="889000">
                <a:lnSpc>
                  <a:spcPct val="90000"/>
                </a:lnSpc>
                <a:spcBef>
                  <a:spcPct val="0"/>
                </a:spcBef>
                <a:spcAft>
                  <a:spcPct val="35000"/>
                </a:spcAft>
              </a:pPr>
              <a:r>
                <a:rPr lang="en-US" sz="2000" dirty="0" smtClean="0"/>
                <a:t>Humanoid Modeling</a:t>
              </a:r>
              <a:endParaRPr lang="en-US" sz="2000" dirty="0"/>
            </a:p>
          </p:txBody>
        </p:sp>
      </p:grpSp>
    </p:spTree>
    <p:extLst>
      <p:ext uri="{BB962C8B-B14F-4D97-AF65-F5344CB8AC3E}">
        <p14:creationId xmlns:p14="http://schemas.microsoft.com/office/powerpoint/2010/main" val="149285662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a:t>
            </a:r>
            <a:r>
              <a:rPr lang="en-US" dirty="0" smtClean="0"/>
              <a:t>ntroduction</a:t>
            </a:r>
            <a:endParaRPr lang="en-US" dirty="0"/>
          </a:p>
        </p:txBody>
      </p:sp>
      <p:graphicFrame>
        <p:nvGraphicFramePr>
          <p:cNvPr id="4" name="Diagram 3"/>
          <p:cNvGraphicFramePr/>
          <p:nvPr>
            <p:extLst>
              <p:ext uri="{D42A27DB-BD31-4B8C-83A1-F6EECF244321}">
                <p14:modId xmlns:p14="http://schemas.microsoft.com/office/powerpoint/2010/main" val="821251149"/>
              </p:ext>
            </p:extLst>
          </p:nvPr>
        </p:nvGraphicFramePr>
        <p:xfrm>
          <a:off x="5231035" y="2207271"/>
          <a:ext cx="5924645" cy="336101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026" name="Picture 2" descr="Image result for humanoid robot atlas"/>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74694" y="1764656"/>
            <a:ext cx="2956114" cy="4535788"/>
          </a:xfrm>
          <a:prstGeom prst="rect">
            <a:avLst/>
          </a:prstGeom>
          <a:noFill/>
          <a:extLst>
            <a:ext uri="{909E8E84-426E-40DD-AFC4-6F175D3DCCD1}">
              <a14:hiddenFill xmlns:a14="http://schemas.microsoft.com/office/drawing/2010/main">
                <a:solidFill>
                  <a:srgbClr val="FFFFFF"/>
                </a:solidFill>
              </a14:hiddenFill>
            </a:ext>
          </a:extLst>
        </p:spPr>
      </p:pic>
      <p:sp>
        <p:nvSpPr>
          <p:cNvPr id="3" name="Footer Placeholder 2"/>
          <p:cNvSpPr>
            <a:spLocks noGrp="1"/>
          </p:cNvSpPr>
          <p:nvPr>
            <p:ph type="ftr" sz="quarter" idx="11"/>
          </p:nvPr>
        </p:nvSpPr>
        <p:spPr/>
        <p:txBody>
          <a:bodyPr/>
          <a:lstStyle/>
          <a:p>
            <a:r>
              <a:rPr lang="en-US" smtClean="0"/>
              <a:t>© American University of Science and Technology </a:t>
            </a:r>
            <a:endParaRPr lang="en-US"/>
          </a:p>
        </p:txBody>
      </p:sp>
      <p:sp>
        <p:nvSpPr>
          <p:cNvPr id="10" name="Date Placeholder 9"/>
          <p:cNvSpPr>
            <a:spLocks noGrp="1"/>
          </p:cNvSpPr>
          <p:nvPr>
            <p:ph type="dt" sz="half" idx="10"/>
          </p:nvPr>
        </p:nvSpPr>
        <p:spPr/>
        <p:txBody>
          <a:bodyPr/>
          <a:lstStyle/>
          <a:p>
            <a:r>
              <a:rPr lang="en-US" smtClean="0"/>
              <a:t>Samia Choueiri</a:t>
            </a:r>
            <a:endParaRPr lang="en-US" dirty="0" smtClean="0"/>
          </a:p>
        </p:txBody>
      </p:sp>
      <p:sp>
        <p:nvSpPr>
          <p:cNvPr id="6" name="Slide Number Placeholder 5"/>
          <p:cNvSpPr>
            <a:spLocks noGrp="1"/>
          </p:cNvSpPr>
          <p:nvPr>
            <p:ph type="sldNum" sz="quarter" idx="12"/>
          </p:nvPr>
        </p:nvSpPr>
        <p:spPr/>
        <p:txBody>
          <a:bodyPr/>
          <a:lstStyle/>
          <a:p>
            <a:fld id="{52D959BA-F87B-4D99-AF59-D9A297F444A4}" type="slidenum">
              <a:rPr lang="en-US" smtClean="0"/>
              <a:pPr/>
              <a:t>3</a:t>
            </a:fld>
            <a:r>
              <a:rPr lang="en-US" smtClean="0"/>
              <a:t>/15</a:t>
            </a:r>
            <a:endParaRPr lang="en-US" dirty="0"/>
          </a:p>
        </p:txBody>
      </p:sp>
    </p:spTree>
    <p:extLst>
      <p:ext uri="{BB962C8B-B14F-4D97-AF65-F5344CB8AC3E}">
        <p14:creationId xmlns:p14="http://schemas.microsoft.com/office/powerpoint/2010/main" val="75304636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Statement of the Problem</a:t>
            </a:r>
            <a:endParaRPr lang="en-US" dirty="0"/>
          </a:p>
        </p:txBody>
      </p:sp>
      <p:graphicFrame>
        <p:nvGraphicFramePr>
          <p:cNvPr id="4" name="Diagram 3"/>
          <p:cNvGraphicFramePr/>
          <p:nvPr>
            <p:extLst>
              <p:ext uri="{D42A27DB-BD31-4B8C-83A1-F6EECF244321}">
                <p14:modId xmlns:p14="http://schemas.microsoft.com/office/powerpoint/2010/main" val="3849429933"/>
              </p:ext>
            </p:extLst>
          </p:nvPr>
        </p:nvGraphicFramePr>
        <p:xfrm>
          <a:off x="2062480" y="1737360"/>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p:cNvSpPr>
            <a:spLocks noGrp="1"/>
          </p:cNvSpPr>
          <p:nvPr>
            <p:ph type="ftr" sz="quarter" idx="11"/>
          </p:nvPr>
        </p:nvSpPr>
        <p:spPr/>
        <p:txBody>
          <a:bodyPr/>
          <a:lstStyle/>
          <a:p>
            <a:r>
              <a:rPr lang="en-US" smtClean="0"/>
              <a:t>© American University of Science and Technology </a:t>
            </a:r>
            <a:endParaRPr lang="en-US"/>
          </a:p>
        </p:txBody>
      </p:sp>
      <p:sp>
        <p:nvSpPr>
          <p:cNvPr id="10" name="Date Placeholder 9"/>
          <p:cNvSpPr>
            <a:spLocks noGrp="1"/>
          </p:cNvSpPr>
          <p:nvPr>
            <p:ph type="dt" sz="half" idx="10"/>
          </p:nvPr>
        </p:nvSpPr>
        <p:spPr/>
        <p:txBody>
          <a:bodyPr/>
          <a:lstStyle/>
          <a:p>
            <a:r>
              <a:rPr lang="en-US" smtClean="0"/>
              <a:t>Samia Choueiri</a:t>
            </a:r>
            <a:endParaRPr lang="en-US" dirty="0" smtClean="0"/>
          </a:p>
        </p:txBody>
      </p:sp>
      <p:sp>
        <p:nvSpPr>
          <p:cNvPr id="6" name="Slide Number Placeholder 5"/>
          <p:cNvSpPr>
            <a:spLocks noGrp="1"/>
          </p:cNvSpPr>
          <p:nvPr>
            <p:ph type="sldNum" sz="quarter" idx="12"/>
          </p:nvPr>
        </p:nvSpPr>
        <p:spPr/>
        <p:txBody>
          <a:bodyPr/>
          <a:lstStyle/>
          <a:p>
            <a:fld id="{52D959BA-F87B-4D99-AF59-D9A297F444A4}" type="slidenum">
              <a:rPr lang="en-US" smtClean="0"/>
              <a:pPr/>
              <a:t>4</a:t>
            </a:fld>
            <a:r>
              <a:rPr lang="en-US" smtClean="0"/>
              <a:t>/15</a:t>
            </a:r>
            <a:endParaRPr lang="en-US" dirty="0"/>
          </a:p>
        </p:txBody>
      </p:sp>
    </p:spTree>
    <p:extLst>
      <p:ext uri="{BB962C8B-B14F-4D97-AF65-F5344CB8AC3E}">
        <p14:creationId xmlns:p14="http://schemas.microsoft.com/office/powerpoint/2010/main" val="342345752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Literature Review</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116533293"/>
              </p:ext>
            </p:extLst>
          </p:nvPr>
        </p:nvGraphicFramePr>
        <p:xfrm>
          <a:off x="448033" y="1091383"/>
          <a:ext cx="11498161" cy="47932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p:cNvSpPr>
            <a:spLocks noGrp="1"/>
          </p:cNvSpPr>
          <p:nvPr>
            <p:ph type="ftr" sz="quarter" idx="11"/>
          </p:nvPr>
        </p:nvSpPr>
        <p:spPr/>
        <p:txBody>
          <a:bodyPr/>
          <a:lstStyle/>
          <a:p>
            <a:r>
              <a:rPr lang="en-US" smtClean="0"/>
              <a:t>© American University of Science and Technology </a:t>
            </a:r>
            <a:endParaRPr lang="en-US"/>
          </a:p>
        </p:txBody>
      </p:sp>
      <p:sp>
        <p:nvSpPr>
          <p:cNvPr id="10" name="Date Placeholder 9"/>
          <p:cNvSpPr>
            <a:spLocks noGrp="1"/>
          </p:cNvSpPr>
          <p:nvPr>
            <p:ph type="dt" sz="half" idx="10"/>
          </p:nvPr>
        </p:nvSpPr>
        <p:spPr/>
        <p:txBody>
          <a:bodyPr/>
          <a:lstStyle/>
          <a:p>
            <a:r>
              <a:rPr lang="en-US" smtClean="0"/>
              <a:t>Samia Choueiri</a:t>
            </a:r>
            <a:endParaRPr lang="en-US" dirty="0" smtClean="0"/>
          </a:p>
        </p:txBody>
      </p:sp>
      <p:sp>
        <p:nvSpPr>
          <p:cNvPr id="6" name="Slide Number Placeholder 5"/>
          <p:cNvSpPr>
            <a:spLocks noGrp="1"/>
          </p:cNvSpPr>
          <p:nvPr>
            <p:ph type="sldNum" sz="quarter" idx="12"/>
          </p:nvPr>
        </p:nvSpPr>
        <p:spPr/>
        <p:txBody>
          <a:bodyPr/>
          <a:lstStyle/>
          <a:p>
            <a:fld id="{52D959BA-F87B-4D99-AF59-D9A297F444A4}" type="slidenum">
              <a:rPr lang="en-US" smtClean="0"/>
              <a:pPr/>
              <a:t>5</a:t>
            </a:fld>
            <a:r>
              <a:rPr lang="en-US" smtClean="0"/>
              <a:t>/15</a:t>
            </a:r>
            <a:endParaRPr lang="en-US" dirty="0"/>
          </a:p>
        </p:txBody>
      </p:sp>
    </p:spTree>
    <p:extLst>
      <p:ext uri="{BB962C8B-B14F-4D97-AF65-F5344CB8AC3E}">
        <p14:creationId xmlns:p14="http://schemas.microsoft.com/office/powerpoint/2010/main" val="48708897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Literature Review</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908862913"/>
              </p:ext>
            </p:extLst>
          </p:nvPr>
        </p:nvGraphicFramePr>
        <p:xfrm>
          <a:off x="1952370" y="1492300"/>
          <a:ext cx="8371502" cy="436280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p:cNvSpPr>
            <a:spLocks noGrp="1"/>
          </p:cNvSpPr>
          <p:nvPr>
            <p:ph type="ftr" sz="quarter" idx="11"/>
          </p:nvPr>
        </p:nvSpPr>
        <p:spPr/>
        <p:txBody>
          <a:bodyPr/>
          <a:lstStyle/>
          <a:p>
            <a:r>
              <a:rPr lang="en-US" smtClean="0"/>
              <a:t>© American University of Science and Technology </a:t>
            </a:r>
            <a:endParaRPr lang="en-US"/>
          </a:p>
        </p:txBody>
      </p:sp>
      <p:sp>
        <p:nvSpPr>
          <p:cNvPr id="10" name="Date Placeholder 9"/>
          <p:cNvSpPr>
            <a:spLocks noGrp="1"/>
          </p:cNvSpPr>
          <p:nvPr>
            <p:ph type="dt" sz="half" idx="10"/>
          </p:nvPr>
        </p:nvSpPr>
        <p:spPr/>
        <p:txBody>
          <a:bodyPr/>
          <a:lstStyle/>
          <a:p>
            <a:r>
              <a:rPr lang="en-US" smtClean="0"/>
              <a:t>Samia Choueiri</a:t>
            </a:r>
            <a:endParaRPr lang="en-US" dirty="0" smtClean="0"/>
          </a:p>
        </p:txBody>
      </p:sp>
      <p:sp>
        <p:nvSpPr>
          <p:cNvPr id="6" name="Slide Number Placeholder 5"/>
          <p:cNvSpPr>
            <a:spLocks noGrp="1"/>
          </p:cNvSpPr>
          <p:nvPr>
            <p:ph type="sldNum" sz="quarter" idx="12"/>
          </p:nvPr>
        </p:nvSpPr>
        <p:spPr/>
        <p:txBody>
          <a:bodyPr/>
          <a:lstStyle/>
          <a:p>
            <a:fld id="{52D959BA-F87B-4D99-AF59-D9A297F444A4}" type="slidenum">
              <a:rPr lang="en-US" smtClean="0"/>
              <a:pPr/>
              <a:t>6</a:t>
            </a:fld>
            <a:r>
              <a:rPr lang="en-US" smtClean="0"/>
              <a:t>/15</a:t>
            </a:r>
            <a:endParaRPr lang="en-US" dirty="0"/>
          </a:p>
        </p:txBody>
      </p:sp>
    </p:spTree>
    <p:extLst>
      <p:ext uri="{BB962C8B-B14F-4D97-AF65-F5344CB8AC3E}">
        <p14:creationId xmlns:p14="http://schemas.microsoft.com/office/powerpoint/2010/main" val="141369108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Thesis objectives</a:t>
            </a:r>
            <a:endParaRPr lang="en-US" dirty="0"/>
          </a:p>
        </p:txBody>
      </p:sp>
      <p:graphicFrame>
        <p:nvGraphicFramePr>
          <p:cNvPr id="4" name="Diagram 3"/>
          <p:cNvGraphicFramePr/>
          <p:nvPr>
            <p:extLst>
              <p:ext uri="{D42A27DB-BD31-4B8C-83A1-F6EECF244321}">
                <p14:modId xmlns:p14="http://schemas.microsoft.com/office/powerpoint/2010/main" val="2569359555"/>
              </p:ext>
            </p:extLst>
          </p:nvPr>
        </p:nvGraphicFramePr>
        <p:xfrm>
          <a:off x="2062480" y="1737360"/>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p:cNvSpPr>
            <a:spLocks noGrp="1"/>
          </p:cNvSpPr>
          <p:nvPr>
            <p:ph type="ftr" sz="quarter" idx="11"/>
          </p:nvPr>
        </p:nvSpPr>
        <p:spPr/>
        <p:txBody>
          <a:bodyPr/>
          <a:lstStyle/>
          <a:p>
            <a:r>
              <a:rPr lang="en-US" smtClean="0"/>
              <a:t>© American University of Science and Technology </a:t>
            </a:r>
            <a:endParaRPr lang="en-US"/>
          </a:p>
        </p:txBody>
      </p:sp>
      <p:sp>
        <p:nvSpPr>
          <p:cNvPr id="10" name="Date Placeholder 9"/>
          <p:cNvSpPr>
            <a:spLocks noGrp="1"/>
          </p:cNvSpPr>
          <p:nvPr>
            <p:ph type="dt" sz="half" idx="10"/>
          </p:nvPr>
        </p:nvSpPr>
        <p:spPr/>
        <p:txBody>
          <a:bodyPr/>
          <a:lstStyle/>
          <a:p>
            <a:r>
              <a:rPr lang="en-US" smtClean="0"/>
              <a:t>Samia Choueiri</a:t>
            </a:r>
            <a:endParaRPr lang="en-US" dirty="0" smtClean="0"/>
          </a:p>
        </p:txBody>
      </p:sp>
      <p:sp>
        <p:nvSpPr>
          <p:cNvPr id="6" name="Slide Number Placeholder 5"/>
          <p:cNvSpPr>
            <a:spLocks noGrp="1"/>
          </p:cNvSpPr>
          <p:nvPr>
            <p:ph type="sldNum" sz="quarter" idx="12"/>
          </p:nvPr>
        </p:nvSpPr>
        <p:spPr/>
        <p:txBody>
          <a:bodyPr/>
          <a:lstStyle/>
          <a:p>
            <a:fld id="{52D959BA-F87B-4D99-AF59-D9A297F444A4}" type="slidenum">
              <a:rPr lang="en-US" smtClean="0"/>
              <a:pPr/>
              <a:t>7</a:t>
            </a:fld>
            <a:r>
              <a:rPr lang="en-US" smtClean="0"/>
              <a:t>/15</a:t>
            </a:r>
            <a:endParaRPr lang="en-US" dirty="0"/>
          </a:p>
        </p:txBody>
      </p:sp>
    </p:spTree>
    <p:extLst>
      <p:ext uri="{BB962C8B-B14F-4D97-AF65-F5344CB8AC3E}">
        <p14:creationId xmlns:p14="http://schemas.microsoft.com/office/powerpoint/2010/main" val="239793144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Methodology of the Work</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7117931"/>
              </p:ext>
            </p:extLst>
          </p:nvPr>
        </p:nvGraphicFramePr>
        <p:xfrm>
          <a:off x="1096963" y="1846263"/>
          <a:ext cx="10058400" cy="40227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p:cNvSpPr>
            <a:spLocks noGrp="1"/>
          </p:cNvSpPr>
          <p:nvPr>
            <p:ph type="ftr" sz="quarter" idx="11"/>
          </p:nvPr>
        </p:nvSpPr>
        <p:spPr/>
        <p:txBody>
          <a:bodyPr/>
          <a:lstStyle/>
          <a:p>
            <a:r>
              <a:rPr lang="en-US" smtClean="0"/>
              <a:t>© American University of Science and Technology </a:t>
            </a:r>
            <a:endParaRPr lang="en-US"/>
          </a:p>
        </p:txBody>
      </p:sp>
      <p:sp>
        <p:nvSpPr>
          <p:cNvPr id="10" name="Date Placeholder 9"/>
          <p:cNvSpPr>
            <a:spLocks noGrp="1"/>
          </p:cNvSpPr>
          <p:nvPr>
            <p:ph type="dt" sz="half" idx="10"/>
          </p:nvPr>
        </p:nvSpPr>
        <p:spPr/>
        <p:txBody>
          <a:bodyPr/>
          <a:lstStyle/>
          <a:p>
            <a:r>
              <a:rPr lang="en-US" smtClean="0"/>
              <a:t>Samia Choueiri</a:t>
            </a:r>
            <a:endParaRPr lang="en-US" dirty="0" smtClean="0"/>
          </a:p>
        </p:txBody>
      </p:sp>
      <p:sp>
        <p:nvSpPr>
          <p:cNvPr id="6" name="Slide Number Placeholder 5"/>
          <p:cNvSpPr>
            <a:spLocks noGrp="1"/>
          </p:cNvSpPr>
          <p:nvPr>
            <p:ph type="sldNum" sz="quarter" idx="12"/>
          </p:nvPr>
        </p:nvSpPr>
        <p:spPr/>
        <p:txBody>
          <a:bodyPr/>
          <a:lstStyle/>
          <a:p>
            <a:fld id="{52D959BA-F87B-4D99-AF59-D9A297F444A4}" type="slidenum">
              <a:rPr lang="en-US" smtClean="0"/>
              <a:pPr/>
              <a:t>8</a:t>
            </a:fld>
            <a:r>
              <a:rPr lang="en-US" smtClean="0"/>
              <a:t>/15</a:t>
            </a:r>
            <a:endParaRPr lang="en-US" dirty="0"/>
          </a:p>
        </p:txBody>
      </p:sp>
    </p:spTree>
    <p:extLst>
      <p:ext uri="{BB962C8B-B14F-4D97-AF65-F5344CB8AC3E}">
        <p14:creationId xmlns:p14="http://schemas.microsoft.com/office/powerpoint/2010/main" val="363143150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Humanoid Modeling</a:t>
            </a:r>
            <a:endParaRPr lang="en-US" dirty="0"/>
          </a:p>
        </p:txBody>
      </p:sp>
      <p:sp>
        <p:nvSpPr>
          <p:cNvPr id="3" name="Content Placeholder 2"/>
          <p:cNvSpPr>
            <a:spLocks noGrp="1"/>
          </p:cNvSpPr>
          <p:nvPr>
            <p:ph idx="1"/>
          </p:nvPr>
        </p:nvSpPr>
        <p:spPr/>
        <p:txBody>
          <a:bodyPr/>
          <a:lstStyle/>
          <a:p>
            <a:pPr>
              <a:lnSpc>
                <a:spcPct val="200000"/>
              </a:lnSpc>
              <a:buFont typeface="Wingdings" panose="05000000000000000000" pitchFamily="2" charset="2"/>
              <a:buChar char="§"/>
            </a:pPr>
            <a:r>
              <a:rPr lang="en-US" dirty="0" smtClean="0"/>
              <a:t> Choice of Robot</a:t>
            </a:r>
          </a:p>
          <a:p>
            <a:pPr>
              <a:lnSpc>
                <a:spcPct val="200000"/>
              </a:lnSpc>
              <a:buFont typeface="Wingdings" panose="05000000000000000000" pitchFamily="2" charset="2"/>
              <a:buChar char="§"/>
            </a:pPr>
            <a:r>
              <a:rPr lang="en-US" dirty="0" smtClean="0"/>
              <a:t>Visualization </a:t>
            </a:r>
            <a:r>
              <a:rPr lang="en-US" dirty="0" smtClean="0"/>
              <a:t>and </a:t>
            </a:r>
            <a:r>
              <a:rPr lang="en-US" dirty="0" smtClean="0"/>
              <a:t>Modeling</a:t>
            </a:r>
          </a:p>
          <a:p>
            <a:pPr>
              <a:lnSpc>
                <a:spcPct val="200000"/>
              </a:lnSpc>
              <a:buFont typeface="Wingdings" panose="05000000000000000000" pitchFamily="2" charset="2"/>
              <a:buChar char="§"/>
            </a:pPr>
            <a:r>
              <a:rPr lang="en-US" dirty="0" smtClean="0"/>
              <a:t>Virtual Prototyping in Real Conditions </a:t>
            </a:r>
            <a:endParaRPr lang="en-US" dirty="0" smtClean="0"/>
          </a:p>
        </p:txBody>
      </p:sp>
      <p:sp>
        <p:nvSpPr>
          <p:cNvPr id="4" name="Footer Placeholder 3"/>
          <p:cNvSpPr>
            <a:spLocks noGrp="1"/>
          </p:cNvSpPr>
          <p:nvPr>
            <p:ph type="ftr" sz="quarter" idx="11"/>
          </p:nvPr>
        </p:nvSpPr>
        <p:spPr/>
        <p:txBody>
          <a:bodyPr/>
          <a:lstStyle/>
          <a:p>
            <a:r>
              <a:rPr lang="en-US" smtClean="0"/>
              <a:t>© American University of Science and Technology </a:t>
            </a:r>
            <a:endParaRPr lang="en-US"/>
          </a:p>
        </p:txBody>
      </p:sp>
      <p:sp>
        <p:nvSpPr>
          <p:cNvPr id="11" name="Date Placeholder 10"/>
          <p:cNvSpPr>
            <a:spLocks noGrp="1"/>
          </p:cNvSpPr>
          <p:nvPr>
            <p:ph type="dt" sz="half" idx="10"/>
          </p:nvPr>
        </p:nvSpPr>
        <p:spPr/>
        <p:txBody>
          <a:bodyPr/>
          <a:lstStyle/>
          <a:p>
            <a:r>
              <a:rPr lang="en-US" smtClean="0"/>
              <a:t>Samia Choueiri</a:t>
            </a:r>
            <a:endParaRPr lang="en-US"/>
          </a:p>
        </p:txBody>
      </p:sp>
      <p:pic>
        <p:nvPicPr>
          <p:cNvPr id="1026" name="Picture 2" descr="Image result for ros"/>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67878" y="1312990"/>
            <a:ext cx="1606610" cy="42436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Gazebo in ros"/>
          <p:cNvPicPr>
            <a:picLocks noChangeAspect="1" noChangeArrowheads="1"/>
          </p:cNvPicPr>
          <p:nvPr/>
        </p:nvPicPr>
        <p:blipFill rotWithShape="1">
          <a:blip r:embed="rId4">
            <a:extLst>
              <a:ext uri="{28A0092B-C50C-407E-A947-70E740481C1C}">
                <a14:useLocalDpi xmlns:a14="http://schemas.microsoft.com/office/drawing/2010/main" val="0"/>
              </a:ext>
            </a:extLst>
          </a:blip>
          <a:srcRect l="27543" t="-747" r="29968" b="1682"/>
          <a:stretch/>
        </p:blipFill>
        <p:spPr bwMode="auto">
          <a:xfrm>
            <a:off x="10408523" y="1855726"/>
            <a:ext cx="1325319" cy="143485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Image result for Gazebo in ros"/>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80311" y="3644325"/>
            <a:ext cx="4968489" cy="258022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Image result for ubuntu logo"/>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900458" y="-392686"/>
            <a:ext cx="2248412" cy="2248412"/>
          </a:xfrm>
          <a:prstGeom prst="rect">
            <a:avLst/>
          </a:prstGeom>
          <a:noFill/>
          <a:extLst>
            <a:ext uri="{909E8E84-426E-40DD-AFC4-6F175D3DCCD1}">
              <a14:hiddenFill xmlns:a14="http://schemas.microsoft.com/office/drawing/2010/main">
                <a:solidFill>
                  <a:srgbClr val="FFFFFF"/>
                </a:solidFill>
              </a14:hiddenFill>
            </a:ext>
          </a:extLst>
        </p:spPr>
      </p:pic>
      <p:sp>
        <p:nvSpPr>
          <p:cNvPr id="7" name="Slide Number Placeholder 6"/>
          <p:cNvSpPr>
            <a:spLocks noGrp="1"/>
          </p:cNvSpPr>
          <p:nvPr>
            <p:ph type="sldNum" sz="quarter" idx="12"/>
          </p:nvPr>
        </p:nvSpPr>
        <p:spPr/>
        <p:txBody>
          <a:bodyPr/>
          <a:lstStyle/>
          <a:p>
            <a:fld id="{52D959BA-F87B-4D99-AF59-D9A297F444A4}" type="slidenum">
              <a:rPr lang="en-US" smtClean="0"/>
              <a:pPr/>
              <a:t>9</a:t>
            </a:fld>
            <a:r>
              <a:rPr lang="en-US" smtClean="0"/>
              <a:t>/15</a:t>
            </a:r>
            <a:endParaRPr lang="en-US" dirty="0"/>
          </a:p>
        </p:txBody>
      </p:sp>
    </p:spTree>
    <p:extLst>
      <p:ext uri="{BB962C8B-B14F-4D97-AF65-F5344CB8AC3E}">
        <p14:creationId xmlns:p14="http://schemas.microsoft.com/office/powerpoint/2010/main" val="301446569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Motion </a:t>
            </a:r>
            <a:r>
              <a:rPr lang="en-US" dirty="0" smtClean="0"/>
              <a:t>Analysis and Control</a:t>
            </a:r>
            <a:endParaRPr lang="en-US" dirty="0"/>
          </a:p>
        </p:txBody>
      </p:sp>
      <p:sp>
        <p:nvSpPr>
          <p:cNvPr id="3" name="Content Placeholder 2"/>
          <p:cNvSpPr>
            <a:spLocks noGrp="1"/>
          </p:cNvSpPr>
          <p:nvPr>
            <p:ph idx="1"/>
          </p:nvPr>
        </p:nvSpPr>
        <p:spPr/>
        <p:txBody>
          <a:bodyPr/>
          <a:lstStyle/>
          <a:p>
            <a:pPr>
              <a:lnSpc>
                <a:spcPct val="200000"/>
              </a:lnSpc>
              <a:buFont typeface="Wingdings" panose="05000000000000000000" pitchFamily="2" charset="2"/>
              <a:buChar char="§"/>
            </a:pPr>
            <a:r>
              <a:rPr lang="en-US" dirty="0" smtClean="0"/>
              <a:t>Use </a:t>
            </a:r>
            <a:r>
              <a:rPr lang="en-US" dirty="0" smtClean="0"/>
              <a:t>Geometric </a:t>
            </a:r>
            <a:r>
              <a:rPr lang="en-US" dirty="0" smtClean="0"/>
              <a:t>and Mass Parameters</a:t>
            </a:r>
          </a:p>
          <a:p>
            <a:pPr>
              <a:lnSpc>
                <a:spcPct val="200000"/>
              </a:lnSpc>
              <a:buFont typeface="Wingdings" panose="05000000000000000000" pitchFamily="2" charset="2"/>
              <a:buChar char="§"/>
            </a:pPr>
            <a:r>
              <a:rPr lang="en-US" dirty="0" smtClean="0"/>
              <a:t>Formation </a:t>
            </a:r>
            <a:r>
              <a:rPr lang="en-US" dirty="0" smtClean="0"/>
              <a:t>of the Mathematical Model</a:t>
            </a:r>
          </a:p>
          <a:p>
            <a:pPr>
              <a:lnSpc>
                <a:spcPct val="200000"/>
              </a:lnSpc>
              <a:buFont typeface="Wingdings" panose="05000000000000000000" pitchFamily="2" charset="2"/>
              <a:buChar char="§"/>
            </a:pPr>
            <a:r>
              <a:rPr lang="en-US" dirty="0" smtClean="0"/>
              <a:t>Implementation of the Kinematic and Dynamic Model</a:t>
            </a:r>
            <a:endParaRPr lang="en-US" dirty="0"/>
          </a:p>
        </p:txBody>
      </p:sp>
      <p:pic>
        <p:nvPicPr>
          <p:cNvPr id="5" name="Picture 4"/>
          <p:cNvPicPr>
            <a:picLocks noChangeAspect="1"/>
          </p:cNvPicPr>
          <p:nvPr/>
        </p:nvPicPr>
        <p:blipFill>
          <a:blip r:embed="rId3">
            <a:duotone>
              <a:schemeClr val="accent3">
                <a:shade val="45000"/>
                <a:satMod val="135000"/>
              </a:schemeClr>
              <a:prstClr val="white"/>
            </a:duotone>
          </a:blip>
          <a:stretch>
            <a:fillRect/>
          </a:stretch>
        </p:blipFill>
        <p:spPr>
          <a:xfrm>
            <a:off x="4800600" y="4064590"/>
            <a:ext cx="5934075" cy="1524000"/>
          </a:xfrm>
          <a:prstGeom prst="rect">
            <a:avLst/>
          </a:prstGeom>
        </p:spPr>
      </p:pic>
      <p:sp>
        <p:nvSpPr>
          <p:cNvPr id="4" name="Footer Placeholder 3"/>
          <p:cNvSpPr>
            <a:spLocks noGrp="1"/>
          </p:cNvSpPr>
          <p:nvPr>
            <p:ph type="ftr" sz="quarter" idx="11"/>
          </p:nvPr>
        </p:nvSpPr>
        <p:spPr/>
        <p:txBody>
          <a:bodyPr/>
          <a:lstStyle/>
          <a:p>
            <a:r>
              <a:rPr lang="en-US" smtClean="0"/>
              <a:t>© American University of Science and Technology </a:t>
            </a:r>
            <a:endParaRPr lang="en-US"/>
          </a:p>
        </p:txBody>
      </p:sp>
      <p:sp>
        <p:nvSpPr>
          <p:cNvPr id="11" name="Date Placeholder 10"/>
          <p:cNvSpPr>
            <a:spLocks noGrp="1"/>
          </p:cNvSpPr>
          <p:nvPr>
            <p:ph type="dt" sz="half" idx="10"/>
          </p:nvPr>
        </p:nvSpPr>
        <p:spPr/>
        <p:txBody>
          <a:bodyPr/>
          <a:lstStyle/>
          <a:p>
            <a:r>
              <a:rPr lang="en-US" smtClean="0"/>
              <a:t>Samia Choueiri</a:t>
            </a:r>
            <a:endParaRPr lang="en-US"/>
          </a:p>
        </p:txBody>
      </p:sp>
      <p:sp>
        <p:nvSpPr>
          <p:cNvPr id="7" name="Slide Number Placeholder 6"/>
          <p:cNvSpPr>
            <a:spLocks noGrp="1"/>
          </p:cNvSpPr>
          <p:nvPr>
            <p:ph type="sldNum" sz="quarter" idx="12"/>
          </p:nvPr>
        </p:nvSpPr>
        <p:spPr/>
        <p:txBody>
          <a:bodyPr/>
          <a:lstStyle/>
          <a:p>
            <a:fld id="{52D959BA-F87B-4D99-AF59-D9A297F444A4}" type="slidenum">
              <a:rPr lang="en-US" smtClean="0"/>
              <a:pPr/>
              <a:t>10</a:t>
            </a:fld>
            <a:r>
              <a:rPr lang="en-US" smtClean="0"/>
              <a:t>/15</a:t>
            </a:r>
            <a:endParaRPr lang="en-US" dirty="0"/>
          </a:p>
        </p:txBody>
      </p:sp>
    </p:spTree>
    <p:extLst>
      <p:ext uri="{BB962C8B-B14F-4D97-AF65-F5344CB8AC3E}">
        <p14:creationId xmlns:p14="http://schemas.microsoft.com/office/powerpoint/2010/main" val="345717511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rapezoid 10"/>
          <p:cNvSpPr/>
          <p:nvPr/>
        </p:nvSpPr>
        <p:spPr>
          <a:xfrm rot="5179331">
            <a:off x="9774654" y="5006956"/>
            <a:ext cx="847646" cy="1576644"/>
          </a:xfrm>
          <a:prstGeom prst="trapezoid">
            <a:avLst>
              <a:gd name="adj" fmla="val 19099"/>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smtClean="0"/>
              <a:t>Stability Under Disturbances</a:t>
            </a:r>
            <a:endParaRPr lang="en-US" dirty="0"/>
          </a:p>
        </p:txBody>
      </p:sp>
      <p:sp>
        <p:nvSpPr>
          <p:cNvPr id="4" name="Content Placeholder 3"/>
          <p:cNvSpPr>
            <a:spLocks noGrp="1"/>
          </p:cNvSpPr>
          <p:nvPr>
            <p:ph idx="1"/>
          </p:nvPr>
        </p:nvSpPr>
        <p:spPr/>
        <p:txBody>
          <a:bodyPr/>
          <a:lstStyle/>
          <a:p>
            <a:pPr>
              <a:lnSpc>
                <a:spcPct val="200000"/>
              </a:lnSpc>
              <a:buFont typeface="Wingdings" panose="05000000000000000000" pitchFamily="2" charset="2"/>
              <a:buChar char="§"/>
            </a:pPr>
            <a:r>
              <a:rPr lang="en-US" dirty="0"/>
              <a:t> </a:t>
            </a:r>
            <a:r>
              <a:rPr lang="en-US" dirty="0" smtClean="0"/>
              <a:t>Main Causes of Instability</a:t>
            </a:r>
          </a:p>
          <a:p>
            <a:pPr>
              <a:lnSpc>
                <a:spcPct val="200000"/>
              </a:lnSpc>
              <a:buFont typeface="Wingdings" panose="05000000000000000000" pitchFamily="2" charset="2"/>
              <a:buChar char="§"/>
            </a:pPr>
            <a:r>
              <a:rPr lang="en-US" dirty="0" smtClean="0"/>
              <a:t>Study of the Effects of an Impact Force</a:t>
            </a:r>
          </a:p>
          <a:p>
            <a:pPr>
              <a:lnSpc>
                <a:spcPct val="200000"/>
              </a:lnSpc>
              <a:buFont typeface="Wingdings" panose="05000000000000000000" pitchFamily="2" charset="2"/>
              <a:buChar char="§"/>
            </a:pPr>
            <a:r>
              <a:rPr lang="en-US" dirty="0" smtClean="0"/>
              <a:t>Types of Control to be Used</a:t>
            </a:r>
          </a:p>
          <a:p>
            <a:pPr>
              <a:lnSpc>
                <a:spcPct val="200000"/>
              </a:lnSpc>
              <a:buFont typeface="Wingdings" panose="05000000000000000000" pitchFamily="2" charset="2"/>
              <a:buChar char="§"/>
            </a:pPr>
            <a:r>
              <a:rPr lang="en-US" dirty="0" smtClean="0"/>
              <a:t>Diversity of Impact force</a:t>
            </a:r>
            <a:endParaRPr lang="en-US" dirty="0"/>
          </a:p>
        </p:txBody>
      </p:sp>
      <p:sp>
        <p:nvSpPr>
          <p:cNvPr id="6" name="Down Arrow 5"/>
          <p:cNvSpPr/>
          <p:nvPr/>
        </p:nvSpPr>
        <p:spPr>
          <a:xfrm rot="3900000">
            <a:off x="11543635" y="2117317"/>
            <a:ext cx="315004" cy="936326"/>
          </a:xfrm>
          <a:prstGeom prst="downArrow">
            <a:avLst/>
          </a:prstGeom>
          <a:solidFill>
            <a:schemeClr val="accent1">
              <a:lumMod val="75000"/>
            </a:schemeClr>
          </a:solidFill>
          <a:ln>
            <a:solidFill>
              <a:schemeClr val="accent1">
                <a:lumMod val="75000"/>
              </a:schemeClr>
            </a:solid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p:cNvSpPr>
            <a:spLocks noGrp="1"/>
          </p:cNvSpPr>
          <p:nvPr>
            <p:ph type="ftr" sz="quarter" idx="11"/>
          </p:nvPr>
        </p:nvSpPr>
        <p:spPr/>
        <p:txBody>
          <a:bodyPr/>
          <a:lstStyle/>
          <a:p>
            <a:r>
              <a:rPr lang="en-US" smtClean="0"/>
              <a:t>© American University of Science and Technology </a:t>
            </a:r>
            <a:endParaRPr lang="en-US"/>
          </a:p>
        </p:txBody>
      </p:sp>
      <p:sp>
        <p:nvSpPr>
          <p:cNvPr id="12" name="Date Placeholder 11"/>
          <p:cNvSpPr>
            <a:spLocks noGrp="1"/>
          </p:cNvSpPr>
          <p:nvPr>
            <p:ph type="dt" sz="half" idx="10"/>
          </p:nvPr>
        </p:nvSpPr>
        <p:spPr/>
        <p:txBody>
          <a:bodyPr/>
          <a:lstStyle/>
          <a:p>
            <a:r>
              <a:rPr lang="en-US" smtClean="0"/>
              <a:t>Samia Choueiri</a:t>
            </a:r>
            <a:endParaRPr lang="en-US"/>
          </a:p>
        </p:txBody>
      </p:sp>
      <p:sp>
        <p:nvSpPr>
          <p:cNvPr id="8" name="Slide Number Placeholder 7"/>
          <p:cNvSpPr>
            <a:spLocks noGrp="1"/>
          </p:cNvSpPr>
          <p:nvPr>
            <p:ph type="sldNum" sz="quarter" idx="12"/>
          </p:nvPr>
        </p:nvSpPr>
        <p:spPr/>
        <p:txBody>
          <a:bodyPr/>
          <a:lstStyle/>
          <a:p>
            <a:fld id="{52D959BA-F87B-4D99-AF59-D9A297F444A4}" type="slidenum">
              <a:rPr lang="en-US" smtClean="0"/>
              <a:pPr/>
              <a:t>11</a:t>
            </a:fld>
            <a:r>
              <a:rPr lang="en-US" smtClean="0"/>
              <a:t>/15</a:t>
            </a:r>
            <a:endParaRPr lang="en-US" dirty="0"/>
          </a:p>
        </p:txBody>
      </p:sp>
      <p:pic>
        <p:nvPicPr>
          <p:cNvPr id="1026" name="Picture 2" descr="Image result for impact force on humanoid"/>
          <p:cNvPicPr>
            <a:picLocks noChangeAspect="1" noChangeArrowheads="1"/>
          </p:cNvPicPr>
          <p:nvPr/>
        </p:nvPicPr>
        <p:blipFill rotWithShape="1">
          <a:blip r:embed="rId3">
            <a:duotone>
              <a:schemeClr val="accent1">
                <a:shade val="45000"/>
                <a:satMod val="135000"/>
              </a:schemeClr>
              <a:prstClr val="white"/>
            </a:duotone>
            <a:extLst>
              <a:ext uri="{BEBA8EAE-BF5A-486C-A8C5-ECC9F3942E4B}">
                <a14:imgProps xmlns:a14="http://schemas.microsoft.com/office/drawing/2010/main">
                  <a14:imgLayer r:embed="rId4">
                    <a14:imgEffect>
                      <a14:backgroundRemoval t="514" b="91952" l="77750" r="100000"/>
                    </a14:imgEffect>
                  </a14:imgLayer>
                </a14:imgProps>
              </a:ext>
              <a:ext uri="{28A0092B-C50C-407E-A947-70E740481C1C}">
                <a14:useLocalDpi xmlns:a14="http://schemas.microsoft.com/office/drawing/2010/main" val="0"/>
              </a:ext>
            </a:extLst>
          </a:blip>
          <a:srcRect l="77000" b="6654"/>
          <a:stretch/>
        </p:blipFill>
        <p:spPr bwMode="auto">
          <a:xfrm>
            <a:off x="9008203" y="1643273"/>
            <a:ext cx="2284637" cy="4581280"/>
          </a:xfrm>
          <a:prstGeom prst="rect">
            <a:avLst/>
          </a:prstGeom>
          <a:noFill/>
          <a:extLst>
            <a:ext uri="{909E8E84-426E-40DD-AFC4-6F175D3DCCD1}">
              <a14:hiddenFill xmlns:a14="http://schemas.microsoft.com/office/drawing/2010/main">
                <a:solidFill>
                  <a:srgbClr val="FFFFFF"/>
                </a:solidFill>
              </a14:hiddenFill>
            </a:ext>
          </a:extLst>
        </p:spPr>
      </p:pic>
      <p:sp>
        <p:nvSpPr>
          <p:cNvPr id="9" name="Flowchart: Connector 8"/>
          <p:cNvSpPr/>
          <p:nvPr/>
        </p:nvSpPr>
        <p:spPr>
          <a:xfrm>
            <a:off x="10132077" y="2700427"/>
            <a:ext cx="206478" cy="206478"/>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14" name="Straight Connector 13"/>
          <p:cNvCxnSpPr/>
          <p:nvPr/>
        </p:nvCxnSpPr>
        <p:spPr>
          <a:xfrm flipV="1">
            <a:off x="8480323" y="2926080"/>
            <a:ext cx="1651754" cy="1645920"/>
          </a:xfrm>
          <a:prstGeom prst="line">
            <a:avLst/>
          </a:prstGeom>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6841721" y="4452648"/>
            <a:ext cx="1902542" cy="369332"/>
          </a:xfrm>
          <a:prstGeom prst="rect">
            <a:avLst/>
          </a:prstGeom>
          <a:noFill/>
        </p:spPr>
        <p:txBody>
          <a:bodyPr wrap="square" rtlCol="0">
            <a:spAutoFit/>
          </a:bodyPr>
          <a:lstStyle/>
          <a:p>
            <a:r>
              <a:rPr lang="en-US" dirty="0" smtClean="0"/>
              <a:t>Center of Gravity</a:t>
            </a:r>
            <a:endParaRPr lang="en-US" dirty="0"/>
          </a:p>
        </p:txBody>
      </p:sp>
      <p:cxnSp>
        <p:nvCxnSpPr>
          <p:cNvPr id="17" name="Straight Connector 16"/>
          <p:cNvCxnSpPr/>
          <p:nvPr/>
        </p:nvCxnSpPr>
        <p:spPr>
          <a:xfrm>
            <a:off x="8480323" y="5530645"/>
            <a:ext cx="904269" cy="14749"/>
          </a:xfrm>
          <a:prstGeom prst="line">
            <a:avLst/>
          </a:prstGeom>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6851118" y="5321941"/>
            <a:ext cx="1902542" cy="369332"/>
          </a:xfrm>
          <a:prstGeom prst="rect">
            <a:avLst/>
          </a:prstGeom>
          <a:noFill/>
        </p:spPr>
        <p:txBody>
          <a:bodyPr wrap="square" rtlCol="0">
            <a:spAutoFit/>
          </a:bodyPr>
          <a:lstStyle/>
          <a:p>
            <a:r>
              <a:rPr lang="en-US" dirty="0" smtClean="0"/>
              <a:t>Contact Polygon</a:t>
            </a:r>
            <a:endParaRPr lang="en-US" dirty="0"/>
          </a:p>
        </p:txBody>
      </p:sp>
      <p:cxnSp>
        <p:nvCxnSpPr>
          <p:cNvPr id="20" name="Straight Connector 19"/>
          <p:cNvCxnSpPr/>
          <p:nvPr/>
        </p:nvCxnSpPr>
        <p:spPr>
          <a:xfrm flipH="1">
            <a:off x="10199227" y="2906900"/>
            <a:ext cx="21341" cy="2990846"/>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3" name="Multiply 22"/>
          <p:cNvSpPr/>
          <p:nvPr/>
        </p:nvSpPr>
        <p:spPr>
          <a:xfrm>
            <a:off x="10043618" y="5617533"/>
            <a:ext cx="339182" cy="368702"/>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Connector 25"/>
          <p:cNvCxnSpPr/>
          <p:nvPr/>
        </p:nvCxnSpPr>
        <p:spPr>
          <a:xfrm>
            <a:off x="8480323" y="5882999"/>
            <a:ext cx="1651754" cy="0"/>
          </a:xfrm>
          <a:prstGeom prst="line">
            <a:avLst/>
          </a:prstGeom>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7913947" y="5714488"/>
            <a:ext cx="760755" cy="369332"/>
          </a:xfrm>
          <a:prstGeom prst="rect">
            <a:avLst/>
          </a:prstGeom>
          <a:noFill/>
        </p:spPr>
        <p:txBody>
          <a:bodyPr wrap="square" rtlCol="0">
            <a:spAutoFit/>
          </a:bodyPr>
          <a:lstStyle/>
          <a:p>
            <a:r>
              <a:rPr lang="en-US" dirty="0" smtClean="0"/>
              <a:t>ZMP</a:t>
            </a:r>
            <a:endParaRPr lang="en-US" dirty="0"/>
          </a:p>
        </p:txBody>
      </p:sp>
      <p:sp>
        <p:nvSpPr>
          <p:cNvPr id="29" name="TextBox 28"/>
          <p:cNvSpPr txBox="1"/>
          <p:nvPr/>
        </p:nvSpPr>
        <p:spPr>
          <a:xfrm>
            <a:off x="11168266" y="1744736"/>
            <a:ext cx="1041233" cy="646331"/>
          </a:xfrm>
          <a:prstGeom prst="rect">
            <a:avLst/>
          </a:prstGeom>
          <a:noFill/>
        </p:spPr>
        <p:txBody>
          <a:bodyPr wrap="square" rtlCol="0">
            <a:spAutoFit/>
          </a:bodyPr>
          <a:lstStyle/>
          <a:p>
            <a:pPr algn="r"/>
            <a:r>
              <a:rPr lang="en-US" dirty="0" smtClean="0"/>
              <a:t>External Force</a:t>
            </a:r>
            <a:endParaRPr lang="en-US" dirty="0"/>
          </a:p>
        </p:txBody>
      </p:sp>
    </p:spTree>
    <p:extLst>
      <p:ext uri="{BB962C8B-B14F-4D97-AF65-F5344CB8AC3E}">
        <p14:creationId xmlns:p14="http://schemas.microsoft.com/office/powerpoint/2010/main" val="149812076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Disturbance Evaluation w/wo Sensors</a:t>
            </a:r>
            <a:endParaRPr lang="en-US" dirty="0"/>
          </a:p>
        </p:txBody>
      </p:sp>
      <p:sp>
        <p:nvSpPr>
          <p:cNvPr id="4" name="Content Placeholder 3"/>
          <p:cNvSpPr>
            <a:spLocks noGrp="1"/>
          </p:cNvSpPr>
          <p:nvPr>
            <p:ph idx="1"/>
          </p:nvPr>
        </p:nvSpPr>
        <p:spPr/>
        <p:txBody>
          <a:bodyPr/>
          <a:lstStyle/>
          <a:p>
            <a:pPr fontAlgn="t">
              <a:lnSpc>
                <a:spcPct val="200000"/>
              </a:lnSpc>
              <a:buFont typeface="Wingdings" panose="05000000000000000000" pitchFamily="2" charset="2"/>
              <a:buChar char="§"/>
            </a:pPr>
            <a:r>
              <a:rPr lang="en-US" dirty="0" smtClean="0"/>
              <a:t>Increases the consciousness of the System</a:t>
            </a:r>
          </a:p>
          <a:p>
            <a:pPr fontAlgn="t">
              <a:lnSpc>
                <a:spcPct val="200000"/>
              </a:lnSpc>
              <a:buFont typeface="Wingdings" panose="05000000000000000000" pitchFamily="2" charset="2"/>
              <a:buChar char="§"/>
            </a:pPr>
            <a:r>
              <a:rPr lang="en-US" dirty="0" smtClean="0"/>
              <a:t>Enhance the Response of the System</a:t>
            </a:r>
          </a:p>
          <a:p>
            <a:pPr fontAlgn="t">
              <a:lnSpc>
                <a:spcPct val="200000"/>
              </a:lnSpc>
              <a:buFont typeface="Wingdings" panose="05000000000000000000" pitchFamily="2" charset="2"/>
              <a:buChar char="§"/>
            </a:pPr>
            <a:r>
              <a:rPr lang="en-US" dirty="0" smtClean="0"/>
              <a:t>Reduce Number of Sensors Used</a:t>
            </a:r>
            <a:endParaRPr lang="en-US" dirty="0"/>
          </a:p>
        </p:txBody>
      </p:sp>
      <p:pic>
        <p:nvPicPr>
          <p:cNvPr id="2050" name="Picture 2" descr="Image result for impulse vs step input"/>
          <p:cNvPicPr>
            <a:picLocks noChangeAspect="1" noChangeArrowheads="1"/>
          </p:cNvPicPr>
          <p:nvPr/>
        </p:nvPicPr>
        <p:blipFill>
          <a:blip r:embed="rId3">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24700" y="2926080"/>
            <a:ext cx="4847772" cy="3718490"/>
          </a:xfrm>
          <a:prstGeom prst="rect">
            <a:avLst/>
          </a:prstGeom>
          <a:noFill/>
          <a:extLst>
            <a:ext uri="{909E8E84-426E-40DD-AFC4-6F175D3DCCD1}">
              <a14:hiddenFill xmlns:a14="http://schemas.microsoft.com/office/drawing/2010/main">
                <a:solidFill>
                  <a:srgbClr val="FFFFFF"/>
                </a:solidFill>
              </a14:hiddenFill>
            </a:ext>
          </a:extLst>
        </p:spPr>
      </p:pic>
      <p:sp>
        <p:nvSpPr>
          <p:cNvPr id="3" name="Footer Placeholder 2"/>
          <p:cNvSpPr>
            <a:spLocks noGrp="1"/>
          </p:cNvSpPr>
          <p:nvPr>
            <p:ph type="ftr" sz="quarter" idx="11"/>
          </p:nvPr>
        </p:nvSpPr>
        <p:spPr/>
        <p:txBody>
          <a:bodyPr/>
          <a:lstStyle/>
          <a:p>
            <a:r>
              <a:rPr lang="en-US" smtClean="0"/>
              <a:t>© American University of Science and Technology </a:t>
            </a:r>
            <a:endParaRPr lang="en-US"/>
          </a:p>
        </p:txBody>
      </p:sp>
      <p:grpSp>
        <p:nvGrpSpPr>
          <p:cNvPr id="8" name="Group 7"/>
          <p:cNvGrpSpPr/>
          <p:nvPr/>
        </p:nvGrpSpPr>
        <p:grpSpPr>
          <a:xfrm rot="10800000">
            <a:off x="4120968" y="3347885"/>
            <a:ext cx="2825522" cy="347488"/>
            <a:chOff x="977582" y="1500778"/>
            <a:chExt cx="3594615" cy="288689"/>
          </a:xfrm>
        </p:grpSpPr>
        <p:sp>
          <p:nvSpPr>
            <p:cNvPr id="9" name="Pentagon 8"/>
            <p:cNvSpPr/>
            <p:nvPr/>
          </p:nvSpPr>
          <p:spPr>
            <a:xfrm rot="10800000">
              <a:off x="977582" y="1500779"/>
              <a:ext cx="3594615" cy="288688"/>
            </a:xfrm>
            <a:prstGeom prst="homePlate">
              <a:avLst/>
            </a:prstGeom>
          </p:spPr>
          <p:style>
            <a:lnRef idx="2">
              <a:schemeClr val="lt1">
                <a:hueOff val="0"/>
                <a:satOff val="0"/>
                <a:lumOff val="0"/>
                <a:alphaOff val="0"/>
              </a:schemeClr>
            </a:lnRef>
            <a:fillRef idx="1">
              <a:schemeClr val="accent2">
                <a:hueOff val="-484300"/>
                <a:satOff val="-213"/>
                <a:lumOff val="571"/>
                <a:alphaOff val="0"/>
              </a:schemeClr>
            </a:fillRef>
            <a:effectRef idx="0">
              <a:schemeClr val="accent2">
                <a:hueOff val="-484300"/>
                <a:satOff val="-213"/>
                <a:lumOff val="571"/>
                <a:alphaOff val="0"/>
              </a:schemeClr>
            </a:effectRef>
            <a:fontRef idx="minor">
              <a:schemeClr val="lt1"/>
            </a:fontRef>
          </p:style>
        </p:sp>
        <p:sp>
          <p:nvSpPr>
            <p:cNvPr id="10" name="Pentagon 12"/>
            <p:cNvSpPr txBox="1"/>
            <p:nvPr/>
          </p:nvSpPr>
          <p:spPr>
            <a:xfrm rot="10800000">
              <a:off x="1049754" y="1500778"/>
              <a:ext cx="3522443" cy="28868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27303" tIns="76200" rIns="142240" bIns="76200" numCol="1" spcCol="1270" anchor="ctr" anchorCtr="0">
              <a:noAutofit/>
            </a:bodyPr>
            <a:lstStyle/>
            <a:p>
              <a:pPr lvl="0" defTabSz="889000">
                <a:lnSpc>
                  <a:spcPct val="90000"/>
                </a:lnSpc>
                <a:spcBef>
                  <a:spcPct val="0"/>
                </a:spcBef>
                <a:spcAft>
                  <a:spcPct val="35000"/>
                </a:spcAft>
              </a:pPr>
              <a:r>
                <a:rPr lang="en-US" sz="2000" dirty="0" smtClean="0"/>
                <a:t>Position</a:t>
              </a:r>
              <a:endParaRPr lang="en-US" sz="2000" dirty="0"/>
            </a:p>
          </p:txBody>
        </p:sp>
      </p:grpSp>
      <p:grpSp>
        <p:nvGrpSpPr>
          <p:cNvPr id="11" name="Group 10"/>
          <p:cNvGrpSpPr/>
          <p:nvPr/>
        </p:nvGrpSpPr>
        <p:grpSpPr>
          <a:xfrm rot="10800000">
            <a:off x="4127001" y="3764788"/>
            <a:ext cx="2825522" cy="347488"/>
            <a:chOff x="977582" y="2250505"/>
            <a:chExt cx="3594615" cy="288689"/>
          </a:xfrm>
        </p:grpSpPr>
        <p:sp>
          <p:nvSpPr>
            <p:cNvPr id="12" name="Pentagon 11"/>
            <p:cNvSpPr/>
            <p:nvPr/>
          </p:nvSpPr>
          <p:spPr>
            <a:xfrm rot="10800000">
              <a:off x="977582" y="2250506"/>
              <a:ext cx="3594615" cy="288688"/>
            </a:xfrm>
            <a:prstGeom prst="homePlate">
              <a:avLst/>
            </a:prstGeom>
          </p:spPr>
          <p:style>
            <a:lnRef idx="2">
              <a:schemeClr val="lt1">
                <a:hueOff val="0"/>
                <a:satOff val="0"/>
                <a:lumOff val="0"/>
                <a:alphaOff val="0"/>
              </a:schemeClr>
            </a:lnRef>
            <a:fillRef idx="1">
              <a:schemeClr val="accent2">
                <a:hueOff val="-726449"/>
                <a:satOff val="-320"/>
                <a:lumOff val="856"/>
                <a:alphaOff val="0"/>
              </a:schemeClr>
            </a:fillRef>
            <a:effectRef idx="0">
              <a:schemeClr val="accent2">
                <a:hueOff val="-726449"/>
                <a:satOff val="-320"/>
                <a:lumOff val="856"/>
                <a:alphaOff val="0"/>
              </a:schemeClr>
            </a:effectRef>
            <a:fontRef idx="minor">
              <a:schemeClr val="lt1"/>
            </a:fontRef>
          </p:style>
        </p:sp>
        <p:sp>
          <p:nvSpPr>
            <p:cNvPr id="13" name="Pentagon 16"/>
            <p:cNvSpPr txBox="1"/>
            <p:nvPr/>
          </p:nvSpPr>
          <p:spPr>
            <a:xfrm rot="10800000">
              <a:off x="1049754" y="2250505"/>
              <a:ext cx="3522443" cy="28868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27303" tIns="76200" rIns="142240" bIns="76200" numCol="1" spcCol="1270" anchor="ctr" anchorCtr="0">
              <a:noAutofit/>
            </a:bodyPr>
            <a:lstStyle/>
            <a:p>
              <a:pPr lvl="0" defTabSz="889000">
                <a:lnSpc>
                  <a:spcPct val="90000"/>
                </a:lnSpc>
                <a:spcBef>
                  <a:spcPct val="0"/>
                </a:spcBef>
                <a:spcAft>
                  <a:spcPct val="35000"/>
                </a:spcAft>
              </a:pPr>
              <a:r>
                <a:rPr lang="en-US" sz="2000" dirty="0" smtClean="0"/>
                <a:t>Intensity</a:t>
              </a:r>
              <a:endParaRPr lang="en-US" sz="2000" dirty="0"/>
            </a:p>
          </p:txBody>
        </p:sp>
      </p:grpSp>
      <p:grpSp>
        <p:nvGrpSpPr>
          <p:cNvPr id="14" name="Group 13"/>
          <p:cNvGrpSpPr/>
          <p:nvPr/>
        </p:nvGrpSpPr>
        <p:grpSpPr>
          <a:xfrm rot="10800000">
            <a:off x="4127001" y="4183895"/>
            <a:ext cx="2825522" cy="347488"/>
            <a:chOff x="977582" y="2625368"/>
            <a:chExt cx="3594615" cy="288689"/>
          </a:xfrm>
        </p:grpSpPr>
        <p:sp>
          <p:nvSpPr>
            <p:cNvPr id="15" name="Pentagon 14"/>
            <p:cNvSpPr/>
            <p:nvPr/>
          </p:nvSpPr>
          <p:spPr>
            <a:xfrm rot="10800000">
              <a:off x="977582" y="2625369"/>
              <a:ext cx="3594615" cy="288688"/>
            </a:xfrm>
            <a:prstGeom prst="homePlate">
              <a:avLst/>
            </a:prstGeom>
          </p:spPr>
          <p:style>
            <a:lnRef idx="2">
              <a:schemeClr val="lt1">
                <a:hueOff val="0"/>
                <a:satOff val="0"/>
                <a:lumOff val="0"/>
                <a:alphaOff val="0"/>
              </a:schemeClr>
            </a:lnRef>
            <a:fillRef idx="1">
              <a:schemeClr val="accent2">
                <a:hueOff val="-847524"/>
                <a:satOff val="-373"/>
                <a:lumOff val="998"/>
                <a:alphaOff val="0"/>
              </a:schemeClr>
            </a:fillRef>
            <a:effectRef idx="0">
              <a:schemeClr val="accent2">
                <a:hueOff val="-847524"/>
                <a:satOff val="-373"/>
                <a:lumOff val="998"/>
                <a:alphaOff val="0"/>
              </a:schemeClr>
            </a:effectRef>
            <a:fontRef idx="minor">
              <a:schemeClr val="lt1"/>
            </a:fontRef>
          </p:style>
        </p:sp>
        <p:sp>
          <p:nvSpPr>
            <p:cNvPr id="16" name="Pentagon 18"/>
            <p:cNvSpPr txBox="1"/>
            <p:nvPr/>
          </p:nvSpPr>
          <p:spPr>
            <a:xfrm rot="10800000">
              <a:off x="1049754" y="2625368"/>
              <a:ext cx="3522443" cy="28868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27303" tIns="76200" rIns="142240" bIns="76200" numCol="1" spcCol="1270" anchor="ctr" anchorCtr="0">
              <a:noAutofit/>
            </a:bodyPr>
            <a:lstStyle/>
            <a:p>
              <a:pPr lvl="0" algn="l" defTabSz="889000">
                <a:lnSpc>
                  <a:spcPct val="90000"/>
                </a:lnSpc>
                <a:spcBef>
                  <a:spcPct val="0"/>
                </a:spcBef>
                <a:spcAft>
                  <a:spcPct val="35000"/>
                </a:spcAft>
              </a:pPr>
              <a:r>
                <a:rPr lang="en-US" sz="2000" dirty="0" smtClean="0"/>
                <a:t>Time Duration</a:t>
              </a:r>
              <a:endParaRPr lang="en-US" sz="2000" kern="1200" dirty="0" smtClean="0"/>
            </a:p>
          </p:txBody>
        </p:sp>
      </p:grpSp>
      <p:sp>
        <p:nvSpPr>
          <p:cNvPr id="20" name="Date Placeholder 19"/>
          <p:cNvSpPr>
            <a:spLocks noGrp="1"/>
          </p:cNvSpPr>
          <p:nvPr>
            <p:ph type="dt" sz="half" idx="10"/>
          </p:nvPr>
        </p:nvSpPr>
        <p:spPr/>
        <p:txBody>
          <a:bodyPr/>
          <a:lstStyle/>
          <a:p>
            <a:r>
              <a:rPr lang="en-US" smtClean="0"/>
              <a:t>Samia Choueiri</a:t>
            </a:r>
            <a:endParaRPr lang="en-US"/>
          </a:p>
        </p:txBody>
      </p:sp>
      <p:sp>
        <p:nvSpPr>
          <p:cNvPr id="7" name="Slide Number Placeholder 6"/>
          <p:cNvSpPr>
            <a:spLocks noGrp="1"/>
          </p:cNvSpPr>
          <p:nvPr>
            <p:ph type="sldNum" sz="quarter" idx="12"/>
          </p:nvPr>
        </p:nvSpPr>
        <p:spPr/>
        <p:txBody>
          <a:bodyPr/>
          <a:lstStyle/>
          <a:p>
            <a:fld id="{52D959BA-F87B-4D99-AF59-D9A297F444A4}" type="slidenum">
              <a:rPr lang="en-US" smtClean="0"/>
              <a:pPr/>
              <a:t>12</a:t>
            </a:fld>
            <a:r>
              <a:rPr lang="en-US" smtClean="0"/>
              <a:t>/15</a:t>
            </a:r>
            <a:endParaRPr lang="en-US" dirty="0"/>
          </a:p>
        </p:txBody>
      </p:sp>
    </p:spTree>
    <p:extLst>
      <p:ext uri="{BB962C8B-B14F-4D97-AF65-F5344CB8AC3E}">
        <p14:creationId xmlns:p14="http://schemas.microsoft.com/office/powerpoint/2010/main" val="74512064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Stability Control Algorithm</a:t>
            </a:r>
            <a:endParaRPr lang="en-US"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691150340"/>
              </p:ext>
            </p:extLst>
          </p:nvPr>
        </p:nvGraphicFramePr>
        <p:xfrm>
          <a:off x="4234543" y="731838"/>
          <a:ext cx="7130143" cy="557336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p:cNvSpPr>
            <a:spLocks noGrp="1"/>
          </p:cNvSpPr>
          <p:nvPr>
            <p:ph type="ftr" sz="quarter" idx="11"/>
          </p:nvPr>
        </p:nvSpPr>
        <p:spPr/>
        <p:txBody>
          <a:bodyPr/>
          <a:lstStyle/>
          <a:p>
            <a:r>
              <a:rPr lang="en-US" smtClean="0"/>
              <a:t>© American University of Science and Technology </a:t>
            </a:r>
            <a:endParaRPr lang="en-US"/>
          </a:p>
        </p:txBody>
      </p:sp>
      <p:sp>
        <p:nvSpPr>
          <p:cNvPr id="11" name="Date Placeholder 10"/>
          <p:cNvSpPr>
            <a:spLocks noGrp="1"/>
          </p:cNvSpPr>
          <p:nvPr>
            <p:ph type="dt" sz="half" idx="10"/>
          </p:nvPr>
        </p:nvSpPr>
        <p:spPr/>
        <p:txBody>
          <a:bodyPr/>
          <a:lstStyle/>
          <a:p>
            <a:r>
              <a:rPr lang="en-US" smtClean="0"/>
              <a:t>Samia Choueiri</a:t>
            </a:r>
            <a:endParaRPr lang="en-US"/>
          </a:p>
        </p:txBody>
      </p:sp>
      <p:sp>
        <p:nvSpPr>
          <p:cNvPr id="7" name="Slide Number Placeholder 6"/>
          <p:cNvSpPr>
            <a:spLocks noGrp="1"/>
          </p:cNvSpPr>
          <p:nvPr>
            <p:ph type="sldNum" sz="quarter" idx="12"/>
          </p:nvPr>
        </p:nvSpPr>
        <p:spPr/>
        <p:txBody>
          <a:bodyPr/>
          <a:lstStyle/>
          <a:p>
            <a:fld id="{52D959BA-F87B-4D99-AF59-D9A297F444A4}" type="slidenum">
              <a:rPr lang="en-US" smtClean="0"/>
              <a:pPr/>
              <a:t>13</a:t>
            </a:fld>
            <a:r>
              <a:rPr lang="en-US" smtClean="0"/>
              <a:t>/15</a:t>
            </a:r>
            <a:endParaRPr lang="en-US" dirty="0"/>
          </a:p>
        </p:txBody>
      </p:sp>
    </p:spTree>
    <p:extLst>
      <p:ext uri="{BB962C8B-B14F-4D97-AF65-F5344CB8AC3E}">
        <p14:creationId xmlns:p14="http://schemas.microsoft.com/office/powerpoint/2010/main" val="221843638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4294967295"/>
          </p:nvPr>
        </p:nvPicPr>
        <p:blipFill>
          <a:blip r:embed="rId3" cstate="print">
            <a:extLst>
              <a:ext uri="{28A0092B-C50C-407E-A947-70E740481C1C}">
                <a14:useLocalDpi xmlns:a14="http://schemas.microsoft.com/office/drawing/2010/main" val="0"/>
              </a:ext>
            </a:extLst>
          </a:blip>
          <a:stretch>
            <a:fillRect/>
          </a:stretch>
        </p:blipFill>
        <p:spPr>
          <a:xfrm>
            <a:off x="1146629" y="234496"/>
            <a:ext cx="9985828" cy="5999163"/>
          </a:xfrm>
        </p:spPr>
      </p:pic>
      <p:sp>
        <p:nvSpPr>
          <p:cNvPr id="2" name="Footer Placeholder 1"/>
          <p:cNvSpPr>
            <a:spLocks noGrp="1"/>
          </p:cNvSpPr>
          <p:nvPr>
            <p:ph type="ftr" sz="quarter" idx="11"/>
          </p:nvPr>
        </p:nvSpPr>
        <p:spPr/>
        <p:txBody>
          <a:bodyPr/>
          <a:lstStyle/>
          <a:p>
            <a:r>
              <a:rPr lang="en-US" smtClean="0"/>
              <a:t>© American University of Science and Technology </a:t>
            </a:r>
            <a:endParaRPr lang="en-US"/>
          </a:p>
        </p:txBody>
      </p:sp>
      <p:sp>
        <p:nvSpPr>
          <p:cNvPr id="9" name="Date Placeholder 8"/>
          <p:cNvSpPr>
            <a:spLocks noGrp="1"/>
          </p:cNvSpPr>
          <p:nvPr>
            <p:ph type="dt" sz="half" idx="10"/>
          </p:nvPr>
        </p:nvSpPr>
        <p:spPr/>
        <p:txBody>
          <a:bodyPr/>
          <a:lstStyle/>
          <a:p>
            <a:r>
              <a:rPr lang="en-US" smtClean="0"/>
              <a:t>Samia Choueiri</a:t>
            </a:r>
            <a:endParaRPr lang="en-US" dirty="0" smtClean="0"/>
          </a:p>
        </p:txBody>
      </p:sp>
      <p:sp>
        <p:nvSpPr>
          <p:cNvPr id="4" name="Slide Number Placeholder 3"/>
          <p:cNvSpPr>
            <a:spLocks noGrp="1"/>
          </p:cNvSpPr>
          <p:nvPr>
            <p:ph type="sldNum" sz="quarter" idx="12"/>
          </p:nvPr>
        </p:nvSpPr>
        <p:spPr/>
        <p:txBody>
          <a:bodyPr/>
          <a:lstStyle/>
          <a:p>
            <a:fld id="{52D959BA-F87B-4D99-AF59-D9A297F444A4}" type="slidenum">
              <a:rPr lang="en-US" smtClean="0"/>
              <a:pPr/>
              <a:t>14</a:t>
            </a:fld>
            <a:r>
              <a:rPr lang="en-US" smtClean="0"/>
              <a:t>/15</a:t>
            </a:r>
            <a:endParaRPr lang="en-US" dirty="0"/>
          </a:p>
        </p:txBody>
      </p:sp>
    </p:spTree>
    <p:extLst>
      <p:ext uri="{BB962C8B-B14F-4D97-AF65-F5344CB8AC3E}">
        <p14:creationId xmlns:p14="http://schemas.microsoft.com/office/powerpoint/2010/main" val="63717804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ctr"/>
            <a:r>
              <a:rPr lang="en-US" dirty="0" smtClean="0"/>
              <a:t>Thank You</a:t>
            </a:r>
            <a:endParaRPr lang="en-US" dirty="0"/>
          </a:p>
        </p:txBody>
      </p:sp>
      <p:sp>
        <p:nvSpPr>
          <p:cNvPr id="2" name="Footer Placeholder 1"/>
          <p:cNvSpPr>
            <a:spLocks noGrp="1"/>
          </p:cNvSpPr>
          <p:nvPr>
            <p:ph type="ftr" sz="quarter" idx="11"/>
          </p:nvPr>
        </p:nvSpPr>
        <p:spPr/>
        <p:txBody>
          <a:bodyPr/>
          <a:lstStyle/>
          <a:p>
            <a:r>
              <a:rPr lang="en-US" smtClean="0"/>
              <a:t>© American University of Science and Technology </a:t>
            </a:r>
            <a:endParaRPr lang="en-US"/>
          </a:p>
        </p:txBody>
      </p:sp>
      <p:sp>
        <p:nvSpPr>
          <p:cNvPr id="9" name="Date Placeholder 8"/>
          <p:cNvSpPr>
            <a:spLocks noGrp="1"/>
          </p:cNvSpPr>
          <p:nvPr>
            <p:ph type="dt" sz="half" idx="10"/>
          </p:nvPr>
        </p:nvSpPr>
        <p:spPr/>
        <p:txBody>
          <a:bodyPr/>
          <a:lstStyle/>
          <a:p>
            <a:r>
              <a:rPr lang="en-US" smtClean="0"/>
              <a:t>Samia Choueiri</a:t>
            </a:r>
            <a:endParaRPr lang="en-US" dirty="0" smtClean="0"/>
          </a:p>
        </p:txBody>
      </p:sp>
      <p:sp>
        <p:nvSpPr>
          <p:cNvPr id="5" name="Slide Number Placeholder 4"/>
          <p:cNvSpPr>
            <a:spLocks noGrp="1"/>
          </p:cNvSpPr>
          <p:nvPr>
            <p:ph type="sldNum" sz="quarter" idx="12"/>
          </p:nvPr>
        </p:nvSpPr>
        <p:spPr/>
        <p:txBody>
          <a:bodyPr/>
          <a:lstStyle/>
          <a:p>
            <a:fld id="{52D959BA-F87B-4D99-AF59-D9A297F444A4}" type="slidenum">
              <a:rPr lang="en-US" smtClean="0"/>
              <a:pPr/>
              <a:t>15</a:t>
            </a:fld>
            <a:r>
              <a:rPr lang="en-US" smtClean="0"/>
              <a:t>/15</a:t>
            </a:r>
            <a:endParaRPr lang="en-US" dirty="0"/>
          </a:p>
        </p:txBody>
      </p:sp>
    </p:spTree>
    <p:extLst>
      <p:ext uri="{BB962C8B-B14F-4D97-AF65-F5344CB8AC3E}">
        <p14:creationId xmlns:p14="http://schemas.microsoft.com/office/powerpoint/2010/main" val="1111409743"/>
      </p:ext>
    </p:extLst>
  </p:cSld>
  <p:clrMapOvr>
    <a:masterClrMapping/>
  </p:clrMapOvr>
  <p:timing>
    <p:tnLst>
      <p:par>
        <p:cTn id="1" dur="indefinite" restart="never" nodeType="tmRoot"/>
      </p:par>
    </p:tnLst>
  </p:timing>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1063</TotalTime>
  <Words>1813</Words>
  <Application>Microsoft Office PowerPoint</Application>
  <PresentationFormat>Widescreen</PresentationFormat>
  <Paragraphs>184</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Calibri Light</vt:lpstr>
      <vt:lpstr>Wingdings</vt:lpstr>
      <vt:lpstr>Retrospect</vt:lpstr>
      <vt:lpstr>Humanoid Stability Analysis Based on Impact Location and Intensity </vt:lpstr>
      <vt:lpstr>Outline</vt:lpstr>
      <vt:lpstr>Introduction</vt:lpstr>
      <vt:lpstr>Statement of the Problem</vt:lpstr>
      <vt:lpstr>Literature Review</vt:lpstr>
      <vt:lpstr>Literature Review</vt:lpstr>
      <vt:lpstr>Thesis objectives</vt:lpstr>
      <vt:lpstr>Methodology of the Work</vt:lpstr>
      <vt:lpstr>Humanoid Modeling</vt:lpstr>
      <vt:lpstr>Motion Analysis and Control</vt:lpstr>
      <vt:lpstr>Stability Under Disturbances</vt:lpstr>
      <vt:lpstr>Disturbance Evaluation w/wo Sensors</vt:lpstr>
      <vt:lpstr>Stability Control Algorithm</vt:lpstr>
      <vt:lpstr>PowerPoint Presentation</vt:lpstr>
      <vt:lpstr>Thank You</vt:lpstr>
    </vt:vector>
  </TitlesOfParts>
  <Company>SACC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Proposal</dc:title>
  <dc:creator>samia choueiri</dc:creator>
  <cp:lastModifiedBy>samia choueiri</cp:lastModifiedBy>
  <cp:revision>71</cp:revision>
  <dcterms:created xsi:type="dcterms:W3CDTF">2020-01-15T01:45:47Z</dcterms:created>
  <dcterms:modified xsi:type="dcterms:W3CDTF">2020-01-23T18:08:25Z</dcterms:modified>
</cp:coreProperties>
</file>