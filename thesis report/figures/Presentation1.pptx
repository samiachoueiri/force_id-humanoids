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4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20805-F457-3E36-36DB-8B2176E5D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662C4-766D-5987-57CF-B75046BD9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4737D-55D4-187C-F2C8-1B0B33C05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5B948-988F-4B53-A609-7467336C4F2A}" type="datetimeFigureOut">
              <a:rPr lang="en-US" smtClean="0"/>
              <a:t>06-Feb-23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08BB2-D36C-F28E-C4A2-5BDBE3FF0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020C6-5507-B439-CC85-162B5128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731C-E871-45F3-AF4B-419D0C9E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70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3DAD-01C4-C147-8FC0-B002A0B2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97369-F081-19E4-A8A7-AB9517107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F0DE8-8AE3-8105-445D-D74BDF450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5B948-988F-4B53-A609-7467336C4F2A}" type="datetimeFigureOut">
              <a:rPr lang="en-US" smtClean="0"/>
              <a:t>06-Feb-23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E3ED8-02D0-5387-A5CC-0593C68D6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4279A-1E0E-9D7C-89DB-3AA1FB42B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731C-E871-45F3-AF4B-419D0C9E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90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B9205-D33C-879E-B11D-80F9BF35E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E70EF-3C97-EFCB-66A3-8687C99F2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D9197-C111-BB56-2B95-C19A8B61F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5B948-988F-4B53-A609-7467336C4F2A}" type="datetimeFigureOut">
              <a:rPr lang="en-US" smtClean="0"/>
              <a:t>06-Feb-23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22D12-C2B9-3E56-3526-1BF4B35AE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39586-F32F-59CD-F20C-661EB82F7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731C-E871-45F3-AF4B-419D0C9E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1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B4903-E7EE-73C8-0B04-13BBC724A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124D2-304C-AC67-1DEE-B89961A17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F3607-0442-75F7-B249-A971BB69C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907EA-48E3-8CAD-9939-8EE05017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5B948-988F-4B53-A609-7467336C4F2A}" type="datetimeFigureOut">
              <a:rPr lang="en-US" smtClean="0"/>
              <a:t>06-Feb-23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4B03A-D646-B358-07ED-6B777EB1F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2CFA3-3719-4508-671F-69286C3E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731C-E871-45F3-AF4B-419D0C9E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77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D9478-E297-BFEF-4926-42993F34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92073-8522-E3A1-C7D8-89568885C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8DC77-BE7B-1182-9E6D-5830ADB28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B055B4-4ED8-3A2B-E7D1-95F655CE5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67ACFD-F88F-B3CE-FD72-5891F9C86D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993C9-5338-53DB-9AC7-1C7B797EF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5B948-988F-4B53-A609-7467336C4F2A}" type="datetimeFigureOut">
              <a:rPr lang="en-US" smtClean="0"/>
              <a:t>06-Feb-23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531D53-096F-3A97-681A-3BBB63A0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E4795-4281-0DE7-3757-F36521786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731C-E871-45F3-AF4B-419D0C9E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18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15E9E-9305-B394-CC69-A479141F9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B98D98-ACE8-B4CA-354E-5FE12224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5B948-988F-4B53-A609-7467336C4F2A}" type="datetimeFigureOut">
              <a:rPr lang="en-US" smtClean="0"/>
              <a:t>06-Feb-23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F6845C-BEAE-445C-2C35-6B5A8716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C4101-6F37-18E9-00DC-6F97617A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731C-E871-45F3-AF4B-419D0C9E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83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5485E4-4354-60D1-871A-59557C923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5B948-988F-4B53-A609-7467336C4F2A}" type="datetimeFigureOut">
              <a:rPr lang="en-US" smtClean="0"/>
              <a:t>06-Feb-23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595D27-2418-671E-F862-85F42FCB2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C5F5F-C8E4-47B4-10E9-99625E32A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731C-E871-45F3-AF4B-419D0C9E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0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E1023-DD08-7D53-F53E-269D85886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A8E7D-3952-7B73-329F-0718308C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9DDED-789A-F5C6-B15A-CC6EBC560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3C8D5-E9F6-5777-64DB-1264A5E20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5B948-988F-4B53-A609-7467336C4F2A}" type="datetimeFigureOut">
              <a:rPr lang="en-US" smtClean="0"/>
              <a:t>06-Feb-23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5BDDD-C871-6983-BF18-180FC161E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94DB7-3575-87F9-2D8D-96548C3E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731C-E871-45F3-AF4B-419D0C9E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87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09D1-9DF0-2FC2-3018-CE9724D8E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7DDBDF-D882-0BF5-D8B1-FF06F48B92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0CD17-6B85-8CF6-643A-1A4258E5A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F97C2-EB17-6B0A-11CB-E1D4EA86A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5B948-988F-4B53-A609-7467336C4F2A}" type="datetimeFigureOut">
              <a:rPr lang="en-US" smtClean="0"/>
              <a:t>06-Feb-23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48FF0-570B-063E-F1A3-8CBFBF1D3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1C7A6-7E64-EA22-2D1C-0904C9BC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731C-E871-45F3-AF4B-419D0C9E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1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C8D7-0306-1329-5F20-7572856E7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184E7-BEEB-BC67-4DF4-AB179C13F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00936-351B-989E-F07C-7C701086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5B948-988F-4B53-A609-7467336C4F2A}" type="datetimeFigureOut">
              <a:rPr lang="en-US" smtClean="0"/>
              <a:t>06-Feb-23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819F6-0964-E9AB-E844-0C404FF91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01326-9D11-375F-B6F4-A951706B5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731C-E871-45F3-AF4B-419D0C9E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62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6BC14D-7454-7125-5820-A7594CDC8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E6FBB-C260-B98E-1023-4E123F85A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45F2F-489E-6D7B-AEA4-B6E3F452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5B948-988F-4B53-A609-7467336C4F2A}" type="datetimeFigureOut">
              <a:rPr lang="en-US" smtClean="0"/>
              <a:t>06-Feb-23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D98B5-CEFF-61C4-24E9-C4359A5B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D7962-1816-D4B5-7EAB-D95AD6B99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8731C-E871-45F3-AF4B-419D0C9E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42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C3919D-6A93-F955-BE8F-1CD9649E9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E3DF8-F775-0280-044C-540981C12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82370-AB5E-B050-9FF9-632E7B372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5B948-988F-4B53-A609-7467336C4F2A}" type="datetimeFigureOut">
              <a:rPr lang="en-US" smtClean="0"/>
              <a:t>06-Feb-23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826C6-5AD6-7243-54D5-D5B806069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BFB53-E124-01E6-0133-057E67A6B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8731C-E871-45F3-AF4B-419D0C9E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24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27A0D6-05E2-2ABB-13D9-C04DCC51D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713" y="788811"/>
            <a:ext cx="4998768" cy="54265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352B59-10E4-CD97-F107-DCE3EDF1533C}"/>
              </a:ext>
            </a:extLst>
          </p:cNvPr>
          <p:cNvSpPr txBox="1"/>
          <p:nvPr/>
        </p:nvSpPr>
        <p:spPr>
          <a:xfrm>
            <a:off x="3818861" y="5953791"/>
            <a:ext cx="1346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Time (s)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4E7E1-4431-2F51-896C-5B7C484FE763}"/>
              </a:ext>
            </a:extLst>
          </p:cNvPr>
          <p:cNvSpPr txBox="1"/>
          <p:nvPr/>
        </p:nvSpPr>
        <p:spPr>
          <a:xfrm rot="16200000">
            <a:off x="1286809" y="3075857"/>
            <a:ext cx="1210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θ (deg)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E6CB6C-15C1-6694-77BF-B53450212AFB}"/>
              </a:ext>
            </a:extLst>
          </p:cNvPr>
          <p:cNvSpPr txBox="1"/>
          <p:nvPr/>
        </p:nvSpPr>
        <p:spPr>
          <a:xfrm>
            <a:off x="5929018" y="1423270"/>
            <a:ext cx="79861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KN</a:t>
            </a:r>
          </a:p>
          <a:p>
            <a:r>
              <a:rPr lang="en-US" dirty="0"/>
              <a:t>2.1 KN</a:t>
            </a:r>
          </a:p>
          <a:p>
            <a:r>
              <a:rPr lang="en-US" dirty="0"/>
              <a:t>2.2 KN</a:t>
            </a:r>
          </a:p>
          <a:p>
            <a:r>
              <a:rPr lang="en-US" dirty="0"/>
              <a:t>2.3 KN</a:t>
            </a:r>
          </a:p>
          <a:p>
            <a:r>
              <a:rPr lang="en-US" dirty="0"/>
              <a:t>2.4 KN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0DC41B-CCD4-BCE7-528D-AF065410E2FB}"/>
              </a:ext>
            </a:extLst>
          </p:cNvPr>
          <p:cNvSpPr/>
          <p:nvPr/>
        </p:nvSpPr>
        <p:spPr>
          <a:xfrm>
            <a:off x="5445278" y="1587465"/>
            <a:ext cx="496756" cy="72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EFC197-99CA-C3A2-9B29-4DB917BAF451}"/>
              </a:ext>
            </a:extLst>
          </p:cNvPr>
          <p:cNvSpPr/>
          <p:nvPr/>
        </p:nvSpPr>
        <p:spPr>
          <a:xfrm>
            <a:off x="5458412" y="1869776"/>
            <a:ext cx="496756" cy="6604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26E7D4-1C64-B6B8-DB61-BC276D59FD5F}"/>
              </a:ext>
            </a:extLst>
          </p:cNvPr>
          <p:cNvSpPr/>
          <p:nvPr/>
        </p:nvSpPr>
        <p:spPr>
          <a:xfrm>
            <a:off x="5456068" y="2137722"/>
            <a:ext cx="496756" cy="6004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689D83-075F-7ECE-2690-4D241B8E8E62}"/>
              </a:ext>
            </a:extLst>
          </p:cNvPr>
          <p:cNvSpPr/>
          <p:nvPr/>
        </p:nvSpPr>
        <p:spPr>
          <a:xfrm>
            <a:off x="5467794" y="2396063"/>
            <a:ext cx="496756" cy="4511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4F7602-9626-D33C-8536-E8FDF0820643}"/>
              </a:ext>
            </a:extLst>
          </p:cNvPr>
          <p:cNvSpPr/>
          <p:nvPr/>
        </p:nvSpPr>
        <p:spPr>
          <a:xfrm>
            <a:off x="5451378" y="2650540"/>
            <a:ext cx="496756" cy="66045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9">
            <a:extLst>
              <a:ext uri="{FF2B5EF4-FFF2-40B4-BE49-F238E27FC236}">
                <a16:creationId xmlns:a16="http://schemas.microsoft.com/office/drawing/2014/main" id="{EFBB7C9B-1ADB-4B4F-B42C-5D776E03F8A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48" t="33609" r="7121" b="37736"/>
          <a:stretch/>
        </p:blipFill>
        <p:spPr bwMode="auto">
          <a:xfrm>
            <a:off x="1680453" y="699706"/>
            <a:ext cx="5925703" cy="55018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352B59-10E4-CD97-F107-DCE3EDF1533C}"/>
              </a:ext>
            </a:extLst>
          </p:cNvPr>
          <p:cNvSpPr txBox="1"/>
          <p:nvPr/>
        </p:nvSpPr>
        <p:spPr>
          <a:xfrm>
            <a:off x="3818861" y="5953791"/>
            <a:ext cx="1346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Time (s)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4E7E1-4431-2F51-896C-5B7C484FE763}"/>
              </a:ext>
            </a:extLst>
          </p:cNvPr>
          <p:cNvSpPr txBox="1"/>
          <p:nvPr/>
        </p:nvSpPr>
        <p:spPr>
          <a:xfrm rot="16200000">
            <a:off x="1286809" y="3075857"/>
            <a:ext cx="1210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θ (deg)</a:t>
            </a:r>
          </a:p>
        </p:txBody>
      </p:sp>
      <p:pic>
        <p:nvPicPr>
          <p:cNvPr id="17" name="Content Placeholder 9">
            <a:extLst>
              <a:ext uri="{FF2B5EF4-FFF2-40B4-BE49-F238E27FC236}">
                <a16:creationId xmlns:a16="http://schemas.microsoft.com/office/drawing/2014/main" id="{CE748455-C099-4BAD-9D67-E781FE3BF3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09" t="68817" r="10085" b="17589"/>
          <a:stretch/>
        </p:blipFill>
        <p:spPr bwMode="auto">
          <a:xfrm>
            <a:off x="5430982" y="4114801"/>
            <a:ext cx="1024154" cy="12817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1413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174182-E189-1DAC-3591-8ED1EF7DE3CE}"/>
              </a:ext>
            </a:extLst>
          </p:cNvPr>
          <p:cNvSpPr txBox="1"/>
          <p:nvPr/>
        </p:nvSpPr>
        <p:spPr>
          <a:xfrm>
            <a:off x="4339365" y="2211069"/>
            <a:ext cx="79861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KN</a:t>
            </a:r>
          </a:p>
          <a:p>
            <a:r>
              <a:rPr lang="en-US" dirty="0"/>
              <a:t>2.1 KN</a:t>
            </a:r>
          </a:p>
          <a:p>
            <a:r>
              <a:rPr lang="en-US" dirty="0"/>
              <a:t>2.2 KN</a:t>
            </a:r>
          </a:p>
          <a:p>
            <a:r>
              <a:rPr lang="en-US" dirty="0"/>
              <a:t>2.3 KN</a:t>
            </a:r>
          </a:p>
          <a:p>
            <a:r>
              <a:rPr lang="en-US" dirty="0"/>
              <a:t>2.4 KN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FE4108-ED69-3630-C9E3-040E7CFB9096}"/>
              </a:ext>
            </a:extLst>
          </p:cNvPr>
          <p:cNvSpPr/>
          <p:nvPr/>
        </p:nvSpPr>
        <p:spPr>
          <a:xfrm>
            <a:off x="5180185" y="2340802"/>
            <a:ext cx="661182" cy="1415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0F45B2-B8FC-7835-A1BF-65FACB87CB90}"/>
              </a:ext>
            </a:extLst>
          </p:cNvPr>
          <p:cNvSpPr/>
          <p:nvPr/>
        </p:nvSpPr>
        <p:spPr>
          <a:xfrm>
            <a:off x="5193319" y="2619810"/>
            <a:ext cx="661182" cy="1415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7E5AE6-741F-5455-EA71-666823C2DA5A}"/>
              </a:ext>
            </a:extLst>
          </p:cNvPr>
          <p:cNvSpPr/>
          <p:nvPr/>
        </p:nvSpPr>
        <p:spPr>
          <a:xfrm>
            <a:off x="5190975" y="2884754"/>
            <a:ext cx="661182" cy="14157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FB2E3C-D886-9E3D-4D1A-E650BAE8FAF3}"/>
              </a:ext>
            </a:extLst>
          </p:cNvPr>
          <p:cNvSpPr/>
          <p:nvPr/>
        </p:nvSpPr>
        <p:spPr>
          <a:xfrm>
            <a:off x="5202701" y="3135630"/>
            <a:ext cx="661182" cy="141574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DD85E3-5992-8F16-0AAF-2F1803D57652}"/>
              </a:ext>
            </a:extLst>
          </p:cNvPr>
          <p:cNvSpPr/>
          <p:nvPr/>
        </p:nvSpPr>
        <p:spPr>
          <a:xfrm>
            <a:off x="5186285" y="3400574"/>
            <a:ext cx="661182" cy="14157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25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36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Samia Choueiri</dc:creator>
  <cp:lastModifiedBy>Samia</cp:lastModifiedBy>
  <cp:revision>4</cp:revision>
  <dcterms:created xsi:type="dcterms:W3CDTF">2022-11-20T08:00:33Z</dcterms:created>
  <dcterms:modified xsi:type="dcterms:W3CDTF">2023-02-06T20:57:59Z</dcterms:modified>
</cp:coreProperties>
</file>