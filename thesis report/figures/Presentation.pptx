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5B9BD5"/>
    <a:srgbClr val="DCF739"/>
    <a:srgbClr val="212121"/>
    <a:srgbClr val="424242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5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9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76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1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97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1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4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9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8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6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0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1D2A5-9240-4140-87CD-F6055A2DB03C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31F33-49EC-4C58-BC39-8DD100320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5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rray-ser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25" y="1872634"/>
            <a:ext cx="733425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418544" y="4210050"/>
            <a:ext cx="1277156" cy="4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04319" y="2085975"/>
            <a:ext cx="1277156" cy="4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52144" y="5777884"/>
            <a:ext cx="1277156" cy="4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52618" y="2206009"/>
            <a:ext cx="1400175" cy="4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89554" y="3662193"/>
            <a:ext cx="156373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Force 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Magnitude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9366" y="5643016"/>
            <a:ext cx="156373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Force 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913832" y="1951107"/>
            <a:ext cx="156373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Signal </a:t>
            </a:r>
          </a:p>
          <a:p>
            <a:pPr algn="ctr"/>
            <a:r>
              <a:rPr lang="en-US" sz="20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Features</a:t>
            </a:r>
            <a:endParaRPr lang="en-US" sz="20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62093" y="2071141"/>
            <a:ext cx="156373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Dataset</a:t>
            </a:r>
          </a:p>
          <a:p>
            <a:pPr algn="ctr"/>
            <a:r>
              <a:rPr lang="en-US" sz="20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Sample</a:t>
            </a:r>
            <a:endParaRPr lang="en-US" sz="2000" b="0" cap="none" spc="0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6467475" y="2136775"/>
            <a:ext cx="1225550" cy="1063625"/>
          </a:xfrm>
          <a:custGeom>
            <a:avLst/>
            <a:gdLst>
              <a:gd name="connsiteX0" fmla="*/ 0 w 1225550"/>
              <a:gd name="connsiteY0" fmla="*/ 711200 h 1063625"/>
              <a:gd name="connsiteX1" fmla="*/ 142875 w 1225550"/>
              <a:gd name="connsiteY1" fmla="*/ 603250 h 1063625"/>
              <a:gd name="connsiteX2" fmla="*/ 231775 w 1225550"/>
              <a:gd name="connsiteY2" fmla="*/ 603250 h 1063625"/>
              <a:gd name="connsiteX3" fmla="*/ 225425 w 1225550"/>
              <a:gd name="connsiteY3" fmla="*/ 523875 h 1063625"/>
              <a:gd name="connsiteX4" fmla="*/ 381000 w 1225550"/>
              <a:gd name="connsiteY4" fmla="*/ 403225 h 1063625"/>
              <a:gd name="connsiteX5" fmla="*/ 473075 w 1225550"/>
              <a:gd name="connsiteY5" fmla="*/ 409575 h 1063625"/>
              <a:gd name="connsiteX6" fmla="*/ 466725 w 1225550"/>
              <a:gd name="connsiteY6" fmla="*/ 330200 h 1063625"/>
              <a:gd name="connsiteX7" fmla="*/ 622300 w 1225550"/>
              <a:gd name="connsiteY7" fmla="*/ 200025 h 1063625"/>
              <a:gd name="connsiteX8" fmla="*/ 708025 w 1225550"/>
              <a:gd name="connsiteY8" fmla="*/ 196850 h 1063625"/>
              <a:gd name="connsiteX9" fmla="*/ 708025 w 1225550"/>
              <a:gd name="connsiteY9" fmla="*/ 130175 h 1063625"/>
              <a:gd name="connsiteX10" fmla="*/ 850900 w 1225550"/>
              <a:gd name="connsiteY10" fmla="*/ 0 h 1063625"/>
              <a:gd name="connsiteX11" fmla="*/ 1216025 w 1225550"/>
              <a:gd name="connsiteY11" fmla="*/ 3175 h 1063625"/>
              <a:gd name="connsiteX12" fmla="*/ 1225550 w 1225550"/>
              <a:gd name="connsiteY12" fmla="*/ 368300 h 1063625"/>
              <a:gd name="connsiteX13" fmla="*/ 1079500 w 1225550"/>
              <a:gd name="connsiteY13" fmla="*/ 485775 h 1063625"/>
              <a:gd name="connsiteX14" fmla="*/ 977900 w 1225550"/>
              <a:gd name="connsiteY14" fmla="*/ 492125 h 1063625"/>
              <a:gd name="connsiteX15" fmla="*/ 971550 w 1225550"/>
              <a:gd name="connsiteY15" fmla="*/ 574675 h 1063625"/>
              <a:gd name="connsiteX16" fmla="*/ 825500 w 1225550"/>
              <a:gd name="connsiteY16" fmla="*/ 679450 h 1063625"/>
              <a:gd name="connsiteX17" fmla="*/ 742950 w 1225550"/>
              <a:gd name="connsiteY17" fmla="*/ 685800 h 1063625"/>
              <a:gd name="connsiteX18" fmla="*/ 736600 w 1225550"/>
              <a:gd name="connsiteY18" fmla="*/ 771525 h 1063625"/>
              <a:gd name="connsiteX19" fmla="*/ 501650 w 1225550"/>
              <a:gd name="connsiteY19" fmla="*/ 917575 h 1063625"/>
              <a:gd name="connsiteX20" fmla="*/ 501650 w 1225550"/>
              <a:gd name="connsiteY20" fmla="*/ 965200 h 1063625"/>
              <a:gd name="connsiteX21" fmla="*/ 381000 w 1225550"/>
              <a:gd name="connsiteY21" fmla="*/ 1063625 h 1063625"/>
              <a:gd name="connsiteX22" fmla="*/ 368300 w 1225550"/>
              <a:gd name="connsiteY22" fmla="*/ 714375 h 1063625"/>
              <a:gd name="connsiteX23" fmla="*/ 0 w 1225550"/>
              <a:gd name="connsiteY23" fmla="*/ 711200 h 106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25550" h="1063625">
                <a:moveTo>
                  <a:pt x="0" y="711200"/>
                </a:moveTo>
                <a:lnTo>
                  <a:pt x="142875" y="603250"/>
                </a:lnTo>
                <a:lnTo>
                  <a:pt x="231775" y="603250"/>
                </a:lnTo>
                <a:lnTo>
                  <a:pt x="225425" y="523875"/>
                </a:lnTo>
                <a:lnTo>
                  <a:pt x="381000" y="403225"/>
                </a:lnTo>
                <a:lnTo>
                  <a:pt x="473075" y="409575"/>
                </a:lnTo>
                <a:lnTo>
                  <a:pt x="466725" y="330200"/>
                </a:lnTo>
                <a:lnTo>
                  <a:pt x="622300" y="200025"/>
                </a:lnTo>
                <a:lnTo>
                  <a:pt x="708025" y="196850"/>
                </a:lnTo>
                <a:lnTo>
                  <a:pt x="708025" y="130175"/>
                </a:lnTo>
                <a:lnTo>
                  <a:pt x="850900" y="0"/>
                </a:lnTo>
                <a:lnTo>
                  <a:pt x="1216025" y="3175"/>
                </a:lnTo>
                <a:lnTo>
                  <a:pt x="1225550" y="368300"/>
                </a:lnTo>
                <a:lnTo>
                  <a:pt x="1079500" y="485775"/>
                </a:lnTo>
                <a:lnTo>
                  <a:pt x="977900" y="492125"/>
                </a:lnTo>
                <a:lnTo>
                  <a:pt x="971550" y="574675"/>
                </a:lnTo>
                <a:lnTo>
                  <a:pt x="825500" y="679450"/>
                </a:lnTo>
                <a:lnTo>
                  <a:pt x="742950" y="685800"/>
                </a:lnTo>
                <a:lnTo>
                  <a:pt x="736600" y="771525"/>
                </a:lnTo>
                <a:lnTo>
                  <a:pt x="501650" y="917575"/>
                </a:lnTo>
                <a:lnTo>
                  <a:pt x="501650" y="965200"/>
                </a:lnTo>
                <a:lnTo>
                  <a:pt x="381000" y="1063625"/>
                </a:lnTo>
                <a:lnTo>
                  <a:pt x="368300" y="714375"/>
                </a:lnTo>
                <a:lnTo>
                  <a:pt x="0" y="711200"/>
                </a:lnTo>
                <a:close/>
              </a:path>
            </a:pathLst>
          </a:custGeom>
          <a:solidFill>
            <a:srgbClr val="92929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>
          <a:xfrm>
            <a:off x="6898482" y="2974180"/>
            <a:ext cx="240506" cy="64295"/>
          </a:xfrm>
          <a:custGeom>
            <a:avLst/>
            <a:gdLst>
              <a:gd name="connsiteX0" fmla="*/ 114300 w 240506"/>
              <a:gd name="connsiteY0" fmla="*/ 80963 h 81152"/>
              <a:gd name="connsiteX1" fmla="*/ 59531 w 240506"/>
              <a:gd name="connsiteY1" fmla="*/ 78582 h 81152"/>
              <a:gd name="connsiteX2" fmla="*/ 47625 w 240506"/>
              <a:gd name="connsiteY2" fmla="*/ 76200 h 81152"/>
              <a:gd name="connsiteX3" fmla="*/ 33337 w 240506"/>
              <a:gd name="connsiteY3" fmla="*/ 73819 h 81152"/>
              <a:gd name="connsiteX4" fmla="*/ 19050 w 240506"/>
              <a:gd name="connsiteY4" fmla="*/ 69057 h 81152"/>
              <a:gd name="connsiteX5" fmla="*/ 11906 w 240506"/>
              <a:gd name="connsiteY5" fmla="*/ 66675 h 81152"/>
              <a:gd name="connsiteX6" fmla="*/ 7144 w 240506"/>
              <a:gd name="connsiteY6" fmla="*/ 59532 h 81152"/>
              <a:gd name="connsiteX7" fmla="*/ 0 w 240506"/>
              <a:gd name="connsiteY7" fmla="*/ 33338 h 81152"/>
              <a:gd name="connsiteX8" fmla="*/ 2381 w 240506"/>
              <a:gd name="connsiteY8" fmla="*/ 21432 h 81152"/>
              <a:gd name="connsiteX9" fmla="*/ 11906 w 240506"/>
              <a:gd name="connsiteY9" fmla="*/ 7144 h 81152"/>
              <a:gd name="connsiteX10" fmla="*/ 19050 w 240506"/>
              <a:gd name="connsiteY10" fmla="*/ 4763 h 81152"/>
              <a:gd name="connsiteX11" fmla="*/ 66675 w 240506"/>
              <a:gd name="connsiteY11" fmla="*/ 0 h 81152"/>
              <a:gd name="connsiteX12" fmla="*/ 119062 w 240506"/>
              <a:gd name="connsiteY12" fmla="*/ 2382 h 81152"/>
              <a:gd name="connsiteX13" fmla="*/ 240506 w 240506"/>
              <a:gd name="connsiteY13" fmla="*/ 7144 h 81152"/>
              <a:gd name="connsiteX14" fmla="*/ 233362 w 240506"/>
              <a:gd name="connsiteY14" fmla="*/ 21432 h 81152"/>
              <a:gd name="connsiteX15" fmla="*/ 204787 w 240506"/>
              <a:gd name="connsiteY15" fmla="*/ 35719 h 81152"/>
              <a:gd name="connsiteX16" fmla="*/ 197644 w 240506"/>
              <a:gd name="connsiteY16" fmla="*/ 38100 h 81152"/>
              <a:gd name="connsiteX17" fmla="*/ 169069 w 240506"/>
              <a:gd name="connsiteY17" fmla="*/ 42863 h 81152"/>
              <a:gd name="connsiteX18" fmla="*/ 154781 w 240506"/>
              <a:gd name="connsiteY18" fmla="*/ 47625 h 81152"/>
              <a:gd name="connsiteX19" fmla="*/ 140494 w 240506"/>
              <a:gd name="connsiteY19" fmla="*/ 57150 h 81152"/>
              <a:gd name="connsiteX20" fmla="*/ 126206 w 240506"/>
              <a:gd name="connsiteY20" fmla="*/ 64294 h 81152"/>
              <a:gd name="connsiteX21" fmla="*/ 111919 w 240506"/>
              <a:gd name="connsiteY21" fmla="*/ 73819 h 81152"/>
              <a:gd name="connsiteX22" fmla="*/ 114300 w 240506"/>
              <a:gd name="connsiteY22" fmla="*/ 80963 h 8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40506" h="81152">
                <a:moveTo>
                  <a:pt x="114300" y="80963"/>
                </a:moveTo>
                <a:cubicBezTo>
                  <a:pt x="105569" y="81757"/>
                  <a:pt x="77758" y="79884"/>
                  <a:pt x="59531" y="78582"/>
                </a:cubicBezTo>
                <a:cubicBezTo>
                  <a:pt x="55494" y="78294"/>
                  <a:pt x="51607" y="76924"/>
                  <a:pt x="47625" y="76200"/>
                </a:cubicBezTo>
                <a:cubicBezTo>
                  <a:pt x="42875" y="75336"/>
                  <a:pt x="38100" y="74613"/>
                  <a:pt x="33337" y="73819"/>
                </a:cubicBezTo>
                <a:lnTo>
                  <a:pt x="19050" y="69057"/>
                </a:lnTo>
                <a:lnTo>
                  <a:pt x="11906" y="66675"/>
                </a:lnTo>
                <a:cubicBezTo>
                  <a:pt x="10319" y="64294"/>
                  <a:pt x="8306" y="62147"/>
                  <a:pt x="7144" y="59532"/>
                </a:cubicBezTo>
                <a:cubicBezTo>
                  <a:pt x="2748" y="49642"/>
                  <a:pt x="2037" y="43526"/>
                  <a:pt x="0" y="33338"/>
                </a:cubicBezTo>
                <a:cubicBezTo>
                  <a:pt x="794" y="29369"/>
                  <a:pt x="706" y="25116"/>
                  <a:pt x="2381" y="21432"/>
                </a:cubicBezTo>
                <a:cubicBezTo>
                  <a:pt x="4750" y="16221"/>
                  <a:pt x="6476" y="8954"/>
                  <a:pt x="11906" y="7144"/>
                </a:cubicBezTo>
                <a:cubicBezTo>
                  <a:pt x="14287" y="6350"/>
                  <a:pt x="16600" y="5307"/>
                  <a:pt x="19050" y="4763"/>
                </a:cubicBezTo>
                <a:cubicBezTo>
                  <a:pt x="35013" y="1216"/>
                  <a:pt x="50013" y="1191"/>
                  <a:pt x="66675" y="0"/>
                </a:cubicBezTo>
                <a:lnTo>
                  <a:pt x="119062" y="2382"/>
                </a:lnTo>
                <a:cubicBezTo>
                  <a:pt x="236498" y="6363"/>
                  <a:pt x="170965" y="2177"/>
                  <a:pt x="240506" y="7144"/>
                </a:cubicBezTo>
                <a:cubicBezTo>
                  <a:pt x="238807" y="12241"/>
                  <a:pt x="237708" y="17629"/>
                  <a:pt x="233362" y="21432"/>
                </a:cubicBezTo>
                <a:cubicBezTo>
                  <a:pt x="221998" y="31376"/>
                  <a:pt x="218278" y="31223"/>
                  <a:pt x="204787" y="35719"/>
                </a:cubicBezTo>
                <a:cubicBezTo>
                  <a:pt x="202406" y="36513"/>
                  <a:pt x="200120" y="37687"/>
                  <a:pt x="197644" y="38100"/>
                </a:cubicBezTo>
                <a:cubicBezTo>
                  <a:pt x="188119" y="39688"/>
                  <a:pt x="178230" y="39810"/>
                  <a:pt x="169069" y="42863"/>
                </a:cubicBezTo>
                <a:lnTo>
                  <a:pt x="154781" y="47625"/>
                </a:lnTo>
                <a:cubicBezTo>
                  <a:pt x="141237" y="61169"/>
                  <a:pt x="154279" y="50257"/>
                  <a:pt x="140494" y="57150"/>
                </a:cubicBezTo>
                <a:cubicBezTo>
                  <a:pt x="122033" y="66381"/>
                  <a:pt x="144159" y="58311"/>
                  <a:pt x="126206" y="64294"/>
                </a:cubicBezTo>
                <a:cubicBezTo>
                  <a:pt x="121444" y="67469"/>
                  <a:pt x="115094" y="69057"/>
                  <a:pt x="111919" y="73819"/>
                </a:cubicBezTo>
                <a:cubicBezTo>
                  <a:pt x="106716" y="81623"/>
                  <a:pt x="123031" y="80169"/>
                  <a:pt x="114300" y="80963"/>
                </a:cubicBez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7350918" y="2414588"/>
            <a:ext cx="351631" cy="335756"/>
          </a:xfrm>
          <a:custGeom>
            <a:avLst/>
            <a:gdLst>
              <a:gd name="connsiteX0" fmla="*/ 30957 w 335757"/>
              <a:gd name="connsiteY0" fmla="*/ 335757 h 335757"/>
              <a:gd name="connsiteX1" fmla="*/ 80963 w 335757"/>
              <a:gd name="connsiteY1" fmla="*/ 302419 h 335757"/>
              <a:gd name="connsiteX2" fmla="*/ 80963 w 335757"/>
              <a:gd name="connsiteY2" fmla="*/ 302419 h 335757"/>
              <a:gd name="connsiteX3" fmla="*/ 73819 w 335757"/>
              <a:gd name="connsiteY3" fmla="*/ 280988 h 335757"/>
              <a:gd name="connsiteX4" fmla="*/ 69057 w 335757"/>
              <a:gd name="connsiteY4" fmla="*/ 271463 h 335757"/>
              <a:gd name="connsiteX5" fmla="*/ 66675 w 335757"/>
              <a:gd name="connsiteY5" fmla="*/ 257175 h 335757"/>
              <a:gd name="connsiteX6" fmla="*/ 61913 w 335757"/>
              <a:gd name="connsiteY6" fmla="*/ 242888 h 335757"/>
              <a:gd name="connsiteX7" fmla="*/ 57150 w 335757"/>
              <a:gd name="connsiteY7" fmla="*/ 228600 h 335757"/>
              <a:gd name="connsiteX8" fmla="*/ 52388 w 335757"/>
              <a:gd name="connsiteY8" fmla="*/ 221457 h 335757"/>
              <a:gd name="connsiteX9" fmla="*/ 50007 w 335757"/>
              <a:gd name="connsiteY9" fmla="*/ 214313 h 335757"/>
              <a:gd name="connsiteX10" fmla="*/ 50007 w 335757"/>
              <a:gd name="connsiteY10" fmla="*/ 159544 h 335757"/>
              <a:gd name="connsiteX11" fmla="*/ 54769 w 335757"/>
              <a:gd name="connsiteY11" fmla="*/ 152400 h 335757"/>
              <a:gd name="connsiteX12" fmla="*/ 64294 w 335757"/>
              <a:gd name="connsiteY12" fmla="*/ 142875 h 335757"/>
              <a:gd name="connsiteX13" fmla="*/ 73819 w 335757"/>
              <a:gd name="connsiteY13" fmla="*/ 130969 h 335757"/>
              <a:gd name="connsiteX14" fmla="*/ 78582 w 335757"/>
              <a:gd name="connsiteY14" fmla="*/ 123825 h 335757"/>
              <a:gd name="connsiteX15" fmla="*/ 85725 w 335757"/>
              <a:gd name="connsiteY15" fmla="*/ 121444 h 335757"/>
              <a:gd name="connsiteX16" fmla="*/ 92869 w 335757"/>
              <a:gd name="connsiteY16" fmla="*/ 116682 h 335757"/>
              <a:gd name="connsiteX17" fmla="*/ 107157 w 335757"/>
              <a:gd name="connsiteY17" fmla="*/ 111919 h 335757"/>
              <a:gd name="connsiteX18" fmla="*/ 114300 w 335757"/>
              <a:gd name="connsiteY18" fmla="*/ 107157 h 335757"/>
              <a:gd name="connsiteX19" fmla="*/ 121444 w 335757"/>
              <a:gd name="connsiteY19" fmla="*/ 104775 h 335757"/>
              <a:gd name="connsiteX20" fmla="*/ 140494 w 335757"/>
              <a:gd name="connsiteY20" fmla="*/ 100013 h 335757"/>
              <a:gd name="connsiteX21" fmla="*/ 157163 w 335757"/>
              <a:gd name="connsiteY21" fmla="*/ 95250 h 335757"/>
              <a:gd name="connsiteX22" fmla="*/ 169069 w 335757"/>
              <a:gd name="connsiteY22" fmla="*/ 92869 h 335757"/>
              <a:gd name="connsiteX23" fmla="*/ 195263 w 335757"/>
              <a:gd name="connsiteY23" fmla="*/ 90488 h 335757"/>
              <a:gd name="connsiteX24" fmla="*/ 226219 w 335757"/>
              <a:gd name="connsiteY24" fmla="*/ 83344 h 335757"/>
              <a:gd name="connsiteX25" fmla="*/ 235744 w 335757"/>
              <a:gd name="connsiteY25" fmla="*/ 80963 h 335757"/>
              <a:gd name="connsiteX26" fmla="*/ 242888 w 335757"/>
              <a:gd name="connsiteY26" fmla="*/ 78582 h 335757"/>
              <a:gd name="connsiteX27" fmla="*/ 264319 w 335757"/>
              <a:gd name="connsiteY27" fmla="*/ 76200 h 335757"/>
              <a:gd name="connsiteX28" fmla="*/ 280988 w 335757"/>
              <a:gd name="connsiteY28" fmla="*/ 73819 h 335757"/>
              <a:gd name="connsiteX29" fmla="*/ 316707 w 335757"/>
              <a:gd name="connsiteY29" fmla="*/ 66675 h 335757"/>
              <a:gd name="connsiteX30" fmla="*/ 333375 w 335757"/>
              <a:gd name="connsiteY30" fmla="*/ 64294 h 335757"/>
              <a:gd name="connsiteX31" fmla="*/ 335757 w 335757"/>
              <a:gd name="connsiteY31" fmla="*/ 0 h 335757"/>
              <a:gd name="connsiteX32" fmla="*/ 335757 w 335757"/>
              <a:gd name="connsiteY32" fmla="*/ 0 h 335757"/>
              <a:gd name="connsiteX33" fmla="*/ 295275 w 335757"/>
              <a:gd name="connsiteY33" fmla="*/ 7144 h 335757"/>
              <a:gd name="connsiteX34" fmla="*/ 266700 w 335757"/>
              <a:gd name="connsiteY34" fmla="*/ 11907 h 335757"/>
              <a:gd name="connsiteX35" fmla="*/ 245269 w 335757"/>
              <a:gd name="connsiteY35" fmla="*/ 16669 h 335757"/>
              <a:gd name="connsiteX36" fmla="*/ 226219 w 335757"/>
              <a:gd name="connsiteY36" fmla="*/ 21432 h 335757"/>
              <a:gd name="connsiteX37" fmla="*/ 214313 w 335757"/>
              <a:gd name="connsiteY37" fmla="*/ 23813 h 335757"/>
              <a:gd name="connsiteX38" fmla="*/ 200025 w 335757"/>
              <a:gd name="connsiteY38" fmla="*/ 28575 h 335757"/>
              <a:gd name="connsiteX39" fmla="*/ 164307 w 335757"/>
              <a:gd name="connsiteY39" fmla="*/ 40482 h 335757"/>
              <a:gd name="connsiteX40" fmla="*/ 150019 w 335757"/>
              <a:gd name="connsiteY40" fmla="*/ 45244 h 335757"/>
              <a:gd name="connsiteX41" fmla="*/ 142875 w 335757"/>
              <a:gd name="connsiteY41" fmla="*/ 47625 h 335757"/>
              <a:gd name="connsiteX42" fmla="*/ 135732 w 335757"/>
              <a:gd name="connsiteY42" fmla="*/ 52388 h 335757"/>
              <a:gd name="connsiteX43" fmla="*/ 121444 w 335757"/>
              <a:gd name="connsiteY43" fmla="*/ 57150 h 335757"/>
              <a:gd name="connsiteX44" fmla="*/ 100013 w 335757"/>
              <a:gd name="connsiteY44" fmla="*/ 66675 h 335757"/>
              <a:gd name="connsiteX45" fmla="*/ 92869 w 335757"/>
              <a:gd name="connsiteY45" fmla="*/ 69057 h 335757"/>
              <a:gd name="connsiteX46" fmla="*/ 78582 w 335757"/>
              <a:gd name="connsiteY46" fmla="*/ 76200 h 335757"/>
              <a:gd name="connsiteX47" fmla="*/ 66675 w 335757"/>
              <a:gd name="connsiteY47" fmla="*/ 85725 h 335757"/>
              <a:gd name="connsiteX48" fmla="*/ 59532 w 335757"/>
              <a:gd name="connsiteY48" fmla="*/ 92869 h 335757"/>
              <a:gd name="connsiteX49" fmla="*/ 45244 w 335757"/>
              <a:gd name="connsiteY49" fmla="*/ 102394 h 335757"/>
              <a:gd name="connsiteX50" fmla="*/ 40482 w 335757"/>
              <a:gd name="connsiteY50" fmla="*/ 109538 h 335757"/>
              <a:gd name="connsiteX51" fmla="*/ 33338 w 335757"/>
              <a:gd name="connsiteY51" fmla="*/ 114300 h 335757"/>
              <a:gd name="connsiteX52" fmla="*/ 23813 w 335757"/>
              <a:gd name="connsiteY52" fmla="*/ 126207 h 335757"/>
              <a:gd name="connsiteX53" fmla="*/ 14288 w 335757"/>
              <a:gd name="connsiteY53" fmla="*/ 138113 h 335757"/>
              <a:gd name="connsiteX54" fmla="*/ 9525 w 335757"/>
              <a:gd name="connsiteY54" fmla="*/ 152400 h 335757"/>
              <a:gd name="connsiteX55" fmla="*/ 4763 w 335757"/>
              <a:gd name="connsiteY55" fmla="*/ 159544 h 335757"/>
              <a:gd name="connsiteX56" fmla="*/ 0 w 335757"/>
              <a:gd name="connsiteY56" fmla="*/ 178594 h 335757"/>
              <a:gd name="connsiteX57" fmla="*/ 2382 w 335757"/>
              <a:gd name="connsiteY57" fmla="*/ 271463 h 335757"/>
              <a:gd name="connsiteX58" fmla="*/ 9525 w 335757"/>
              <a:gd name="connsiteY58" fmla="*/ 285750 h 335757"/>
              <a:gd name="connsiteX59" fmla="*/ 11907 w 335757"/>
              <a:gd name="connsiteY59" fmla="*/ 292894 h 335757"/>
              <a:gd name="connsiteX60" fmla="*/ 21432 w 335757"/>
              <a:gd name="connsiteY60" fmla="*/ 307182 h 335757"/>
              <a:gd name="connsiteX61" fmla="*/ 23813 w 335757"/>
              <a:gd name="connsiteY61" fmla="*/ 314325 h 335757"/>
              <a:gd name="connsiteX62" fmla="*/ 30957 w 335757"/>
              <a:gd name="connsiteY62" fmla="*/ 335757 h 335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35757" h="335757">
                <a:moveTo>
                  <a:pt x="30957" y="335757"/>
                </a:moveTo>
                <a:lnTo>
                  <a:pt x="80963" y="302419"/>
                </a:lnTo>
                <a:lnTo>
                  <a:pt x="80963" y="302419"/>
                </a:lnTo>
                <a:cubicBezTo>
                  <a:pt x="78582" y="295275"/>
                  <a:pt x="76522" y="288016"/>
                  <a:pt x="73819" y="280988"/>
                </a:cubicBezTo>
                <a:cubicBezTo>
                  <a:pt x="72545" y="277675"/>
                  <a:pt x="70077" y="274863"/>
                  <a:pt x="69057" y="271463"/>
                </a:cubicBezTo>
                <a:cubicBezTo>
                  <a:pt x="67670" y="266838"/>
                  <a:pt x="67846" y="261859"/>
                  <a:pt x="66675" y="257175"/>
                </a:cubicBezTo>
                <a:cubicBezTo>
                  <a:pt x="65457" y="252305"/>
                  <a:pt x="63500" y="247650"/>
                  <a:pt x="61913" y="242888"/>
                </a:cubicBezTo>
                <a:cubicBezTo>
                  <a:pt x="61911" y="242883"/>
                  <a:pt x="57153" y="228604"/>
                  <a:pt x="57150" y="228600"/>
                </a:cubicBezTo>
                <a:lnTo>
                  <a:pt x="52388" y="221457"/>
                </a:lnTo>
                <a:cubicBezTo>
                  <a:pt x="51594" y="219076"/>
                  <a:pt x="50697" y="216727"/>
                  <a:pt x="50007" y="214313"/>
                </a:cubicBezTo>
                <a:cubicBezTo>
                  <a:pt x="44278" y="194265"/>
                  <a:pt x="45989" y="189009"/>
                  <a:pt x="50007" y="159544"/>
                </a:cubicBezTo>
                <a:cubicBezTo>
                  <a:pt x="50394" y="156708"/>
                  <a:pt x="53489" y="154960"/>
                  <a:pt x="54769" y="152400"/>
                </a:cubicBezTo>
                <a:cubicBezTo>
                  <a:pt x="59848" y="142241"/>
                  <a:pt x="52864" y="146686"/>
                  <a:pt x="64294" y="142875"/>
                </a:cubicBezTo>
                <a:cubicBezTo>
                  <a:pt x="68929" y="128969"/>
                  <a:pt x="63048" y="141740"/>
                  <a:pt x="73819" y="130969"/>
                </a:cubicBezTo>
                <a:cubicBezTo>
                  <a:pt x="75843" y="128945"/>
                  <a:pt x="76347" y="125613"/>
                  <a:pt x="78582" y="123825"/>
                </a:cubicBezTo>
                <a:cubicBezTo>
                  <a:pt x="80542" y="122257"/>
                  <a:pt x="83480" y="122566"/>
                  <a:pt x="85725" y="121444"/>
                </a:cubicBezTo>
                <a:cubicBezTo>
                  <a:pt x="88285" y="120164"/>
                  <a:pt x="90254" y="117844"/>
                  <a:pt x="92869" y="116682"/>
                </a:cubicBezTo>
                <a:cubicBezTo>
                  <a:pt x="97457" y="114643"/>
                  <a:pt x="107157" y="111919"/>
                  <a:pt x="107157" y="111919"/>
                </a:cubicBezTo>
                <a:cubicBezTo>
                  <a:pt x="109538" y="110332"/>
                  <a:pt x="111741" y="108437"/>
                  <a:pt x="114300" y="107157"/>
                </a:cubicBezTo>
                <a:cubicBezTo>
                  <a:pt x="116545" y="106034"/>
                  <a:pt x="119022" y="105435"/>
                  <a:pt x="121444" y="104775"/>
                </a:cubicBezTo>
                <a:cubicBezTo>
                  <a:pt x="127759" y="103053"/>
                  <a:pt x="134284" y="102083"/>
                  <a:pt x="140494" y="100013"/>
                </a:cubicBezTo>
                <a:cubicBezTo>
                  <a:pt x="148444" y="97363"/>
                  <a:pt x="148201" y="97242"/>
                  <a:pt x="157163" y="95250"/>
                </a:cubicBezTo>
                <a:cubicBezTo>
                  <a:pt x="161114" y="94372"/>
                  <a:pt x="165053" y="93371"/>
                  <a:pt x="169069" y="92869"/>
                </a:cubicBezTo>
                <a:cubicBezTo>
                  <a:pt x="177769" y="91782"/>
                  <a:pt x="186532" y="91282"/>
                  <a:pt x="195263" y="90488"/>
                </a:cubicBezTo>
                <a:cubicBezTo>
                  <a:pt x="241903" y="78827"/>
                  <a:pt x="193262" y="90667"/>
                  <a:pt x="226219" y="83344"/>
                </a:cubicBezTo>
                <a:cubicBezTo>
                  <a:pt x="229414" y="82634"/>
                  <a:pt x="232597" y="81862"/>
                  <a:pt x="235744" y="80963"/>
                </a:cubicBezTo>
                <a:cubicBezTo>
                  <a:pt x="238158" y="80273"/>
                  <a:pt x="240412" y="78995"/>
                  <a:pt x="242888" y="78582"/>
                </a:cubicBezTo>
                <a:cubicBezTo>
                  <a:pt x="249978" y="77400"/>
                  <a:pt x="257187" y="77092"/>
                  <a:pt x="264319" y="76200"/>
                </a:cubicBezTo>
                <a:cubicBezTo>
                  <a:pt x="269888" y="75504"/>
                  <a:pt x="275432" y="74613"/>
                  <a:pt x="280988" y="73819"/>
                </a:cubicBezTo>
                <a:cubicBezTo>
                  <a:pt x="304143" y="66101"/>
                  <a:pt x="287352" y="70589"/>
                  <a:pt x="316707" y="66675"/>
                </a:cubicBezTo>
                <a:cubicBezTo>
                  <a:pt x="335541" y="64164"/>
                  <a:pt x="325547" y="64294"/>
                  <a:pt x="333375" y="64294"/>
                </a:cubicBezTo>
                <a:lnTo>
                  <a:pt x="335757" y="0"/>
                </a:lnTo>
                <a:lnTo>
                  <a:pt x="335757" y="0"/>
                </a:lnTo>
                <a:cubicBezTo>
                  <a:pt x="297656" y="8467"/>
                  <a:pt x="330700" y="1830"/>
                  <a:pt x="295275" y="7144"/>
                </a:cubicBezTo>
                <a:cubicBezTo>
                  <a:pt x="285725" y="8576"/>
                  <a:pt x="275861" y="8853"/>
                  <a:pt x="266700" y="11907"/>
                </a:cubicBezTo>
                <a:cubicBezTo>
                  <a:pt x="254105" y="16105"/>
                  <a:pt x="263709" y="13317"/>
                  <a:pt x="245269" y="16669"/>
                </a:cubicBezTo>
                <a:cubicBezTo>
                  <a:pt x="213085" y="22520"/>
                  <a:pt x="248253" y="15923"/>
                  <a:pt x="226219" y="21432"/>
                </a:cubicBezTo>
                <a:cubicBezTo>
                  <a:pt x="222293" y="22414"/>
                  <a:pt x="218218" y="22748"/>
                  <a:pt x="214313" y="23813"/>
                </a:cubicBezTo>
                <a:cubicBezTo>
                  <a:pt x="209470" y="25134"/>
                  <a:pt x="204788" y="26987"/>
                  <a:pt x="200025" y="28575"/>
                </a:cubicBezTo>
                <a:lnTo>
                  <a:pt x="164307" y="40482"/>
                </a:lnTo>
                <a:lnTo>
                  <a:pt x="150019" y="45244"/>
                </a:lnTo>
                <a:lnTo>
                  <a:pt x="142875" y="47625"/>
                </a:lnTo>
                <a:cubicBezTo>
                  <a:pt x="140494" y="49213"/>
                  <a:pt x="138347" y="51226"/>
                  <a:pt x="135732" y="52388"/>
                </a:cubicBezTo>
                <a:cubicBezTo>
                  <a:pt x="131144" y="54427"/>
                  <a:pt x="121444" y="57150"/>
                  <a:pt x="121444" y="57150"/>
                </a:cubicBezTo>
                <a:cubicBezTo>
                  <a:pt x="110122" y="64698"/>
                  <a:pt x="117017" y="61007"/>
                  <a:pt x="100013" y="66675"/>
                </a:cubicBezTo>
                <a:cubicBezTo>
                  <a:pt x="97632" y="67469"/>
                  <a:pt x="94958" y="67665"/>
                  <a:pt x="92869" y="69057"/>
                </a:cubicBezTo>
                <a:cubicBezTo>
                  <a:pt x="83637" y="75211"/>
                  <a:pt x="88440" y="72914"/>
                  <a:pt x="78582" y="76200"/>
                </a:cubicBezTo>
                <a:cubicBezTo>
                  <a:pt x="67928" y="92179"/>
                  <a:pt x="80479" y="76522"/>
                  <a:pt x="66675" y="85725"/>
                </a:cubicBezTo>
                <a:cubicBezTo>
                  <a:pt x="63873" y="87593"/>
                  <a:pt x="62190" y="90802"/>
                  <a:pt x="59532" y="92869"/>
                </a:cubicBezTo>
                <a:cubicBezTo>
                  <a:pt x="55014" y="96383"/>
                  <a:pt x="45244" y="102394"/>
                  <a:pt x="45244" y="102394"/>
                </a:cubicBezTo>
                <a:cubicBezTo>
                  <a:pt x="43657" y="104775"/>
                  <a:pt x="42506" y="107514"/>
                  <a:pt x="40482" y="109538"/>
                </a:cubicBezTo>
                <a:cubicBezTo>
                  <a:pt x="38458" y="111562"/>
                  <a:pt x="35126" y="112065"/>
                  <a:pt x="33338" y="114300"/>
                </a:cubicBezTo>
                <a:cubicBezTo>
                  <a:pt x="20190" y="130734"/>
                  <a:pt x="44290" y="112555"/>
                  <a:pt x="23813" y="126207"/>
                </a:cubicBezTo>
                <a:cubicBezTo>
                  <a:pt x="15131" y="152253"/>
                  <a:pt x="29674" y="113498"/>
                  <a:pt x="14288" y="138113"/>
                </a:cubicBezTo>
                <a:cubicBezTo>
                  <a:pt x="11627" y="142370"/>
                  <a:pt x="12309" y="148223"/>
                  <a:pt x="9525" y="152400"/>
                </a:cubicBezTo>
                <a:cubicBezTo>
                  <a:pt x="7938" y="154781"/>
                  <a:pt x="6043" y="156984"/>
                  <a:pt x="4763" y="159544"/>
                </a:cubicBezTo>
                <a:cubicBezTo>
                  <a:pt x="2323" y="164424"/>
                  <a:pt x="905" y="174069"/>
                  <a:pt x="0" y="178594"/>
                </a:cubicBezTo>
                <a:cubicBezTo>
                  <a:pt x="794" y="209550"/>
                  <a:pt x="909" y="240532"/>
                  <a:pt x="2382" y="271463"/>
                </a:cubicBezTo>
                <a:cubicBezTo>
                  <a:pt x="2697" y="278079"/>
                  <a:pt x="6757" y="280215"/>
                  <a:pt x="9525" y="285750"/>
                </a:cubicBezTo>
                <a:cubicBezTo>
                  <a:pt x="10648" y="287995"/>
                  <a:pt x="10688" y="290700"/>
                  <a:pt x="11907" y="292894"/>
                </a:cubicBezTo>
                <a:cubicBezTo>
                  <a:pt x="14687" y="297898"/>
                  <a:pt x="21432" y="307182"/>
                  <a:pt x="21432" y="307182"/>
                </a:cubicBezTo>
                <a:cubicBezTo>
                  <a:pt x="22226" y="309563"/>
                  <a:pt x="22691" y="312080"/>
                  <a:pt x="23813" y="314325"/>
                </a:cubicBezTo>
                <a:cubicBezTo>
                  <a:pt x="29456" y="325611"/>
                  <a:pt x="28575" y="317042"/>
                  <a:pt x="30957" y="335757"/>
                </a:cubicBez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5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1" r="30246" b="6949"/>
          <a:stretch/>
        </p:blipFill>
        <p:spPr>
          <a:xfrm>
            <a:off x="1446521" y="51179"/>
            <a:ext cx="9075903" cy="6806821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672013" y="1788319"/>
            <a:ext cx="807243" cy="443044"/>
          </a:xfrm>
          <a:custGeom>
            <a:avLst/>
            <a:gdLst>
              <a:gd name="connsiteX0" fmla="*/ 352425 w 807243"/>
              <a:gd name="connsiteY0" fmla="*/ 335756 h 443044"/>
              <a:gd name="connsiteX1" fmla="*/ 57150 w 807243"/>
              <a:gd name="connsiteY1" fmla="*/ 323850 h 443044"/>
              <a:gd name="connsiteX2" fmla="*/ 57150 w 807243"/>
              <a:gd name="connsiteY2" fmla="*/ 323850 h 443044"/>
              <a:gd name="connsiteX3" fmla="*/ 40481 w 807243"/>
              <a:gd name="connsiteY3" fmla="*/ 309562 h 443044"/>
              <a:gd name="connsiteX4" fmla="*/ 33337 w 807243"/>
              <a:gd name="connsiteY4" fmla="*/ 304800 h 443044"/>
              <a:gd name="connsiteX5" fmla="*/ 28575 w 807243"/>
              <a:gd name="connsiteY5" fmla="*/ 297656 h 443044"/>
              <a:gd name="connsiteX6" fmla="*/ 21431 w 807243"/>
              <a:gd name="connsiteY6" fmla="*/ 290512 h 443044"/>
              <a:gd name="connsiteX7" fmla="*/ 11906 w 807243"/>
              <a:gd name="connsiteY7" fmla="*/ 276225 h 443044"/>
              <a:gd name="connsiteX8" fmla="*/ 7143 w 807243"/>
              <a:gd name="connsiteY8" fmla="*/ 269081 h 443044"/>
              <a:gd name="connsiteX9" fmla="*/ 4762 w 807243"/>
              <a:gd name="connsiteY9" fmla="*/ 259556 h 443044"/>
              <a:gd name="connsiteX10" fmla="*/ 0 w 807243"/>
              <a:gd name="connsiteY10" fmla="*/ 245269 h 443044"/>
              <a:gd name="connsiteX11" fmla="*/ 2381 w 807243"/>
              <a:gd name="connsiteY11" fmla="*/ 152400 h 443044"/>
              <a:gd name="connsiteX12" fmla="*/ 9525 w 807243"/>
              <a:gd name="connsiteY12" fmla="*/ 102394 h 443044"/>
              <a:gd name="connsiteX13" fmla="*/ 14287 w 807243"/>
              <a:gd name="connsiteY13" fmla="*/ 88106 h 443044"/>
              <a:gd name="connsiteX14" fmla="*/ 19050 w 807243"/>
              <a:gd name="connsiteY14" fmla="*/ 80962 h 443044"/>
              <a:gd name="connsiteX15" fmla="*/ 26193 w 807243"/>
              <a:gd name="connsiteY15" fmla="*/ 66675 h 443044"/>
              <a:gd name="connsiteX16" fmla="*/ 33337 w 807243"/>
              <a:gd name="connsiteY16" fmla="*/ 61912 h 443044"/>
              <a:gd name="connsiteX17" fmla="*/ 38100 w 807243"/>
              <a:gd name="connsiteY17" fmla="*/ 54769 h 443044"/>
              <a:gd name="connsiteX18" fmla="*/ 45243 w 807243"/>
              <a:gd name="connsiteY18" fmla="*/ 47625 h 443044"/>
              <a:gd name="connsiteX19" fmla="*/ 383381 w 807243"/>
              <a:gd name="connsiteY19" fmla="*/ 69056 h 443044"/>
              <a:gd name="connsiteX20" fmla="*/ 473868 w 807243"/>
              <a:gd name="connsiteY20" fmla="*/ 9525 h 443044"/>
              <a:gd name="connsiteX21" fmla="*/ 540543 w 807243"/>
              <a:gd name="connsiteY21" fmla="*/ 0 h 443044"/>
              <a:gd name="connsiteX22" fmla="*/ 704850 w 807243"/>
              <a:gd name="connsiteY22" fmla="*/ 0 h 443044"/>
              <a:gd name="connsiteX23" fmla="*/ 807243 w 807243"/>
              <a:gd name="connsiteY23" fmla="*/ 88106 h 443044"/>
              <a:gd name="connsiteX24" fmla="*/ 795337 w 807243"/>
              <a:gd name="connsiteY24" fmla="*/ 100012 h 443044"/>
              <a:gd name="connsiteX25" fmla="*/ 716756 w 807243"/>
              <a:gd name="connsiteY25" fmla="*/ 26194 h 443044"/>
              <a:gd name="connsiteX26" fmla="*/ 673893 w 807243"/>
              <a:gd name="connsiteY26" fmla="*/ 16669 h 443044"/>
              <a:gd name="connsiteX27" fmla="*/ 642937 w 807243"/>
              <a:gd name="connsiteY27" fmla="*/ 19050 h 443044"/>
              <a:gd name="connsiteX28" fmla="*/ 628650 w 807243"/>
              <a:gd name="connsiteY28" fmla="*/ 19050 h 443044"/>
              <a:gd name="connsiteX29" fmla="*/ 497681 w 807243"/>
              <a:gd name="connsiteY29" fmla="*/ 111919 h 443044"/>
              <a:gd name="connsiteX30" fmla="*/ 497681 w 807243"/>
              <a:gd name="connsiteY30" fmla="*/ 111919 h 443044"/>
              <a:gd name="connsiteX31" fmla="*/ 533400 w 807243"/>
              <a:gd name="connsiteY31" fmla="*/ 114300 h 443044"/>
              <a:gd name="connsiteX32" fmla="*/ 547687 w 807243"/>
              <a:gd name="connsiteY32" fmla="*/ 119062 h 443044"/>
              <a:gd name="connsiteX33" fmla="*/ 561975 w 807243"/>
              <a:gd name="connsiteY33" fmla="*/ 128587 h 443044"/>
              <a:gd name="connsiteX34" fmla="*/ 569118 w 807243"/>
              <a:gd name="connsiteY34" fmla="*/ 133350 h 443044"/>
              <a:gd name="connsiteX35" fmla="*/ 588168 w 807243"/>
              <a:gd name="connsiteY35" fmla="*/ 150019 h 443044"/>
              <a:gd name="connsiteX36" fmla="*/ 595312 w 807243"/>
              <a:gd name="connsiteY36" fmla="*/ 154781 h 443044"/>
              <a:gd name="connsiteX37" fmla="*/ 602456 w 807243"/>
              <a:gd name="connsiteY37" fmla="*/ 159544 h 443044"/>
              <a:gd name="connsiteX38" fmla="*/ 609600 w 807243"/>
              <a:gd name="connsiteY38" fmla="*/ 161925 h 443044"/>
              <a:gd name="connsiteX39" fmla="*/ 621506 w 807243"/>
              <a:gd name="connsiteY39" fmla="*/ 171450 h 443044"/>
              <a:gd name="connsiteX40" fmla="*/ 626268 w 807243"/>
              <a:gd name="connsiteY40" fmla="*/ 178594 h 443044"/>
              <a:gd name="connsiteX41" fmla="*/ 633412 w 807243"/>
              <a:gd name="connsiteY41" fmla="*/ 183356 h 443044"/>
              <a:gd name="connsiteX42" fmla="*/ 642937 w 807243"/>
              <a:gd name="connsiteY42" fmla="*/ 204787 h 443044"/>
              <a:gd name="connsiteX43" fmla="*/ 645318 w 807243"/>
              <a:gd name="connsiteY43" fmla="*/ 211931 h 443044"/>
              <a:gd name="connsiteX44" fmla="*/ 650081 w 807243"/>
              <a:gd name="connsiteY44" fmla="*/ 242887 h 443044"/>
              <a:gd name="connsiteX45" fmla="*/ 652462 w 807243"/>
              <a:gd name="connsiteY45" fmla="*/ 254794 h 443044"/>
              <a:gd name="connsiteX46" fmla="*/ 654843 w 807243"/>
              <a:gd name="connsiteY46" fmla="*/ 264319 h 443044"/>
              <a:gd name="connsiteX47" fmla="*/ 659606 w 807243"/>
              <a:gd name="connsiteY47" fmla="*/ 278606 h 443044"/>
              <a:gd name="connsiteX48" fmla="*/ 654843 w 807243"/>
              <a:gd name="connsiteY48" fmla="*/ 319087 h 443044"/>
              <a:gd name="connsiteX49" fmla="*/ 652462 w 807243"/>
              <a:gd name="connsiteY49" fmla="*/ 330994 h 443044"/>
              <a:gd name="connsiteX50" fmla="*/ 647700 w 807243"/>
              <a:gd name="connsiteY50" fmla="*/ 338137 h 443044"/>
              <a:gd name="connsiteX51" fmla="*/ 642937 w 807243"/>
              <a:gd name="connsiteY51" fmla="*/ 352425 h 443044"/>
              <a:gd name="connsiteX52" fmla="*/ 638175 w 807243"/>
              <a:gd name="connsiteY52" fmla="*/ 359569 h 443044"/>
              <a:gd name="connsiteX53" fmla="*/ 633412 w 807243"/>
              <a:gd name="connsiteY53" fmla="*/ 373856 h 443044"/>
              <a:gd name="connsiteX54" fmla="*/ 619125 w 807243"/>
              <a:gd name="connsiteY54" fmla="*/ 395287 h 443044"/>
              <a:gd name="connsiteX55" fmla="*/ 607218 w 807243"/>
              <a:gd name="connsiteY55" fmla="*/ 409575 h 443044"/>
              <a:gd name="connsiteX56" fmla="*/ 602456 w 807243"/>
              <a:gd name="connsiteY56" fmla="*/ 416719 h 443044"/>
              <a:gd name="connsiteX57" fmla="*/ 588168 w 807243"/>
              <a:gd name="connsiteY57" fmla="*/ 426244 h 443044"/>
              <a:gd name="connsiteX58" fmla="*/ 581025 w 807243"/>
              <a:gd name="connsiteY58" fmla="*/ 431006 h 443044"/>
              <a:gd name="connsiteX59" fmla="*/ 566737 w 807243"/>
              <a:gd name="connsiteY59" fmla="*/ 435769 h 443044"/>
              <a:gd name="connsiteX60" fmla="*/ 514350 w 807243"/>
              <a:gd name="connsiteY60" fmla="*/ 442912 h 443044"/>
              <a:gd name="connsiteX61" fmla="*/ 500062 w 807243"/>
              <a:gd name="connsiteY61" fmla="*/ 442912 h 443044"/>
              <a:gd name="connsiteX62" fmla="*/ 369093 w 807243"/>
              <a:gd name="connsiteY62" fmla="*/ 423862 h 443044"/>
              <a:gd name="connsiteX63" fmla="*/ 352425 w 807243"/>
              <a:gd name="connsiteY63" fmla="*/ 335756 h 44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807243" h="443044">
                <a:moveTo>
                  <a:pt x="352425" y="335756"/>
                </a:moveTo>
                <a:lnTo>
                  <a:pt x="57150" y="323850"/>
                </a:lnTo>
                <a:lnTo>
                  <a:pt x="57150" y="323850"/>
                </a:lnTo>
                <a:cubicBezTo>
                  <a:pt x="51594" y="319087"/>
                  <a:pt x="46196" y="314134"/>
                  <a:pt x="40481" y="309562"/>
                </a:cubicBezTo>
                <a:cubicBezTo>
                  <a:pt x="38246" y="307774"/>
                  <a:pt x="35361" y="306824"/>
                  <a:pt x="33337" y="304800"/>
                </a:cubicBezTo>
                <a:cubicBezTo>
                  <a:pt x="31313" y="302776"/>
                  <a:pt x="30407" y="299855"/>
                  <a:pt x="28575" y="297656"/>
                </a:cubicBezTo>
                <a:cubicBezTo>
                  <a:pt x="26419" y="295069"/>
                  <a:pt x="23499" y="293170"/>
                  <a:pt x="21431" y="290512"/>
                </a:cubicBezTo>
                <a:cubicBezTo>
                  <a:pt x="17917" y="285994"/>
                  <a:pt x="15081" y="280987"/>
                  <a:pt x="11906" y="276225"/>
                </a:cubicBezTo>
                <a:lnTo>
                  <a:pt x="7143" y="269081"/>
                </a:lnTo>
                <a:cubicBezTo>
                  <a:pt x="6349" y="265906"/>
                  <a:pt x="5702" y="262691"/>
                  <a:pt x="4762" y="259556"/>
                </a:cubicBezTo>
                <a:cubicBezTo>
                  <a:pt x="3320" y="254748"/>
                  <a:pt x="0" y="245269"/>
                  <a:pt x="0" y="245269"/>
                </a:cubicBezTo>
                <a:cubicBezTo>
                  <a:pt x="794" y="214313"/>
                  <a:pt x="1168" y="183343"/>
                  <a:pt x="2381" y="152400"/>
                </a:cubicBezTo>
                <a:cubicBezTo>
                  <a:pt x="3044" y="135500"/>
                  <a:pt x="4652" y="118636"/>
                  <a:pt x="9525" y="102394"/>
                </a:cubicBezTo>
                <a:cubicBezTo>
                  <a:pt x="10968" y="97586"/>
                  <a:pt x="11502" y="92283"/>
                  <a:pt x="14287" y="88106"/>
                </a:cubicBezTo>
                <a:lnTo>
                  <a:pt x="19050" y="80962"/>
                </a:lnTo>
                <a:cubicBezTo>
                  <a:pt x="20986" y="75153"/>
                  <a:pt x="21578" y="71290"/>
                  <a:pt x="26193" y="66675"/>
                </a:cubicBezTo>
                <a:cubicBezTo>
                  <a:pt x="28217" y="64651"/>
                  <a:pt x="30956" y="63500"/>
                  <a:pt x="33337" y="61912"/>
                </a:cubicBezTo>
                <a:cubicBezTo>
                  <a:pt x="34925" y="59531"/>
                  <a:pt x="36268" y="56967"/>
                  <a:pt x="38100" y="54769"/>
                </a:cubicBezTo>
                <a:cubicBezTo>
                  <a:pt x="40256" y="52182"/>
                  <a:pt x="45243" y="47625"/>
                  <a:pt x="45243" y="47625"/>
                </a:cubicBezTo>
                <a:lnTo>
                  <a:pt x="383381" y="69056"/>
                </a:lnTo>
                <a:lnTo>
                  <a:pt x="473868" y="9525"/>
                </a:lnTo>
                <a:lnTo>
                  <a:pt x="540543" y="0"/>
                </a:lnTo>
                <a:lnTo>
                  <a:pt x="704850" y="0"/>
                </a:lnTo>
                <a:lnTo>
                  <a:pt x="807243" y="88106"/>
                </a:lnTo>
                <a:lnTo>
                  <a:pt x="795337" y="100012"/>
                </a:lnTo>
                <a:lnTo>
                  <a:pt x="716756" y="26194"/>
                </a:lnTo>
                <a:lnTo>
                  <a:pt x="673893" y="16669"/>
                </a:lnTo>
                <a:lnTo>
                  <a:pt x="642937" y="19050"/>
                </a:lnTo>
                <a:lnTo>
                  <a:pt x="628650" y="19050"/>
                </a:lnTo>
                <a:lnTo>
                  <a:pt x="497681" y="111919"/>
                </a:lnTo>
                <a:lnTo>
                  <a:pt x="497681" y="111919"/>
                </a:lnTo>
                <a:cubicBezTo>
                  <a:pt x="509587" y="112713"/>
                  <a:pt x="521587" y="112613"/>
                  <a:pt x="533400" y="114300"/>
                </a:cubicBezTo>
                <a:cubicBezTo>
                  <a:pt x="538369" y="115010"/>
                  <a:pt x="547687" y="119062"/>
                  <a:pt x="547687" y="119062"/>
                </a:cubicBezTo>
                <a:lnTo>
                  <a:pt x="561975" y="128587"/>
                </a:lnTo>
                <a:lnTo>
                  <a:pt x="569118" y="133350"/>
                </a:lnTo>
                <a:cubicBezTo>
                  <a:pt x="577056" y="145256"/>
                  <a:pt x="571500" y="138908"/>
                  <a:pt x="588168" y="150019"/>
                </a:cubicBezTo>
                <a:lnTo>
                  <a:pt x="595312" y="154781"/>
                </a:lnTo>
                <a:cubicBezTo>
                  <a:pt x="597693" y="156369"/>
                  <a:pt x="599741" y="158639"/>
                  <a:pt x="602456" y="159544"/>
                </a:cubicBezTo>
                <a:lnTo>
                  <a:pt x="609600" y="161925"/>
                </a:lnTo>
                <a:cubicBezTo>
                  <a:pt x="623247" y="182398"/>
                  <a:pt x="605075" y="158305"/>
                  <a:pt x="621506" y="171450"/>
                </a:cubicBezTo>
                <a:cubicBezTo>
                  <a:pt x="623741" y="173238"/>
                  <a:pt x="624244" y="176570"/>
                  <a:pt x="626268" y="178594"/>
                </a:cubicBezTo>
                <a:cubicBezTo>
                  <a:pt x="628292" y="180618"/>
                  <a:pt x="631031" y="181769"/>
                  <a:pt x="633412" y="183356"/>
                </a:cubicBezTo>
                <a:cubicBezTo>
                  <a:pt x="639080" y="200359"/>
                  <a:pt x="635390" y="193467"/>
                  <a:pt x="642937" y="204787"/>
                </a:cubicBezTo>
                <a:cubicBezTo>
                  <a:pt x="643731" y="207168"/>
                  <a:pt x="644773" y="209481"/>
                  <a:pt x="645318" y="211931"/>
                </a:cubicBezTo>
                <a:cubicBezTo>
                  <a:pt x="647079" y="219854"/>
                  <a:pt x="648812" y="235272"/>
                  <a:pt x="650081" y="242887"/>
                </a:cubicBezTo>
                <a:cubicBezTo>
                  <a:pt x="650746" y="246880"/>
                  <a:pt x="651584" y="250843"/>
                  <a:pt x="652462" y="254794"/>
                </a:cubicBezTo>
                <a:cubicBezTo>
                  <a:pt x="653172" y="257989"/>
                  <a:pt x="653903" y="261184"/>
                  <a:pt x="654843" y="264319"/>
                </a:cubicBezTo>
                <a:cubicBezTo>
                  <a:pt x="656286" y="269127"/>
                  <a:pt x="659606" y="278606"/>
                  <a:pt x="659606" y="278606"/>
                </a:cubicBezTo>
                <a:cubicBezTo>
                  <a:pt x="656062" y="324678"/>
                  <a:pt x="660024" y="295774"/>
                  <a:pt x="654843" y="319087"/>
                </a:cubicBezTo>
                <a:cubicBezTo>
                  <a:pt x="653965" y="323038"/>
                  <a:pt x="653883" y="327204"/>
                  <a:pt x="652462" y="330994"/>
                </a:cubicBezTo>
                <a:cubicBezTo>
                  <a:pt x="651457" y="333673"/>
                  <a:pt x="648862" y="335522"/>
                  <a:pt x="647700" y="338137"/>
                </a:cubicBezTo>
                <a:cubicBezTo>
                  <a:pt x="645661" y="342725"/>
                  <a:pt x="645722" y="348248"/>
                  <a:pt x="642937" y="352425"/>
                </a:cubicBezTo>
                <a:cubicBezTo>
                  <a:pt x="641350" y="354806"/>
                  <a:pt x="639337" y="356954"/>
                  <a:pt x="638175" y="359569"/>
                </a:cubicBezTo>
                <a:cubicBezTo>
                  <a:pt x="636136" y="364156"/>
                  <a:pt x="636197" y="369679"/>
                  <a:pt x="633412" y="373856"/>
                </a:cubicBezTo>
                <a:lnTo>
                  <a:pt x="619125" y="395287"/>
                </a:lnTo>
                <a:cubicBezTo>
                  <a:pt x="607297" y="413028"/>
                  <a:pt x="622501" y="391235"/>
                  <a:pt x="607218" y="409575"/>
                </a:cubicBezTo>
                <a:cubicBezTo>
                  <a:pt x="605386" y="411774"/>
                  <a:pt x="604610" y="414834"/>
                  <a:pt x="602456" y="416719"/>
                </a:cubicBezTo>
                <a:cubicBezTo>
                  <a:pt x="598148" y="420488"/>
                  <a:pt x="592931" y="423069"/>
                  <a:pt x="588168" y="426244"/>
                </a:cubicBezTo>
                <a:cubicBezTo>
                  <a:pt x="585787" y="427831"/>
                  <a:pt x="583740" y="430101"/>
                  <a:pt x="581025" y="431006"/>
                </a:cubicBezTo>
                <a:cubicBezTo>
                  <a:pt x="576262" y="432594"/>
                  <a:pt x="571689" y="434944"/>
                  <a:pt x="566737" y="435769"/>
                </a:cubicBezTo>
                <a:cubicBezTo>
                  <a:pt x="544859" y="439415"/>
                  <a:pt x="535738" y="441575"/>
                  <a:pt x="514350" y="442912"/>
                </a:cubicBezTo>
                <a:cubicBezTo>
                  <a:pt x="509597" y="443209"/>
                  <a:pt x="504825" y="442912"/>
                  <a:pt x="500062" y="442912"/>
                </a:cubicBezTo>
                <a:lnTo>
                  <a:pt x="369093" y="423862"/>
                </a:lnTo>
                <a:lnTo>
                  <a:pt x="352425" y="335756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6943725" y="1893094"/>
            <a:ext cx="800100" cy="454819"/>
          </a:xfrm>
          <a:custGeom>
            <a:avLst/>
            <a:gdLst>
              <a:gd name="connsiteX0" fmla="*/ 252413 w 800100"/>
              <a:gd name="connsiteY0" fmla="*/ 0 h 454819"/>
              <a:gd name="connsiteX1" fmla="*/ 390525 w 800100"/>
              <a:gd name="connsiteY1" fmla="*/ 0 h 454819"/>
              <a:gd name="connsiteX2" fmla="*/ 431006 w 800100"/>
              <a:gd name="connsiteY2" fmla="*/ 54769 h 454819"/>
              <a:gd name="connsiteX3" fmla="*/ 428625 w 800100"/>
              <a:gd name="connsiteY3" fmla="*/ 90487 h 454819"/>
              <a:gd name="connsiteX4" fmla="*/ 442913 w 800100"/>
              <a:gd name="connsiteY4" fmla="*/ 111919 h 454819"/>
              <a:gd name="connsiteX5" fmla="*/ 800100 w 800100"/>
              <a:gd name="connsiteY5" fmla="*/ 111919 h 454819"/>
              <a:gd name="connsiteX6" fmla="*/ 781050 w 800100"/>
              <a:gd name="connsiteY6" fmla="*/ 390525 h 454819"/>
              <a:gd name="connsiteX7" fmla="*/ 402431 w 800100"/>
              <a:gd name="connsiteY7" fmla="*/ 378619 h 454819"/>
              <a:gd name="connsiteX8" fmla="*/ 366713 w 800100"/>
              <a:gd name="connsiteY8" fmla="*/ 438150 h 454819"/>
              <a:gd name="connsiteX9" fmla="*/ 302419 w 800100"/>
              <a:gd name="connsiteY9" fmla="*/ 454819 h 454819"/>
              <a:gd name="connsiteX10" fmla="*/ 247650 w 800100"/>
              <a:gd name="connsiteY10" fmla="*/ 452437 h 454819"/>
              <a:gd name="connsiteX11" fmla="*/ 107156 w 800100"/>
              <a:gd name="connsiteY11" fmla="*/ 445294 h 454819"/>
              <a:gd name="connsiteX12" fmla="*/ 107156 w 800100"/>
              <a:gd name="connsiteY12" fmla="*/ 445294 h 454819"/>
              <a:gd name="connsiteX13" fmla="*/ 73819 w 800100"/>
              <a:gd name="connsiteY13" fmla="*/ 426244 h 454819"/>
              <a:gd name="connsiteX14" fmla="*/ 66675 w 800100"/>
              <a:gd name="connsiteY14" fmla="*/ 421481 h 454819"/>
              <a:gd name="connsiteX15" fmla="*/ 59531 w 800100"/>
              <a:gd name="connsiteY15" fmla="*/ 416719 h 454819"/>
              <a:gd name="connsiteX16" fmla="*/ 54769 w 800100"/>
              <a:gd name="connsiteY16" fmla="*/ 409575 h 454819"/>
              <a:gd name="connsiteX17" fmla="*/ 47625 w 800100"/>
              <a:gd name="connsiteY17" fmla="*/ 404812 h 454819"/>
              <a:gd name="connsiteX18" fmla="*/ 45244 w 800100"/>
              <a:gd name="connsiteY18" fmla="*/ 397669 h 454819"/>
              <a:gd name="connsiteX19" fmla="*/ 30956 w 800100"/>
              <a:gd name="connsiteY19" fmla="*/ 383381 h 454819"/>
              <a:gd name="connsiteX20" fmla="*/ 28575 w 800100"/>
              <a:gd name="connsiteY20" fmla="*/ 376237 h 454819"/>
              <a:gd name="connsiteX21" fmla="*/ 19050 w 800100"/>
              <a:gd name="connsiteY21" fmla="*/ 361950 h 454819"/>
              <a:gd name="connsiteX22" fmla="*/ 11906 w 800100"/>
              <a:gd name="connsiteY22" fmla="*/ 345281 h 454819"/>
              <a:gd name="connsiteX23" fmla="*/ 7144 w 800100"/>
              <a:gd name="connsiteY23" fmla="*/ 323850 h 454819"/>
              <a:gd name="connsiteX24" fmla="*/ 4763 w 800100"/>
              <a:gd name="connsiteY24" fmla="*/ 309562 h 454819"/>
              <a:gd name="connsiteX25" fmla="*/ 0 w 800100"/>
              <a:gd name="connsiteY25" fmla="*/ 295275 h 454819"/>
              <a:gd name="connsiteX26" fmla="*/ 2381 w 800100"/>
              <a:gd name="connsiteY26" fmla="*/ 240506 h 454819"/>
              <a:gd name="connsiteX27" fmla="*/ 7144 w 800100"/>
              <a:gd name="connsiteY27" fmla="*/ 226219 h 454819"/>
              <a:gd name="connsiteX28" fmla="*/ 16669 w 800100"/>
              <a:gd name="connsiteY28" fmla="*/ 211931 h 454819"/>
              <a:gd name="connsiteX29" fmla="*/ 26194 w 800100"/>
              <a:gd name="connsiteY29" fmla="*/ 197644 h 454819"/>
              <a:gd name="connsiteX30" fmla="*/ 38100 w 800100"/>
              <a:gd name="connsiteY30" fmla="*/ 185737 h 454819"/>
              <a:gd name="connsiteX31" fmla="*/ 47625 w 800100"/>
              <a:gd name="connsiteY31" fmla="*/ 171450 h 454819"/>
              <a:gd name="connsiteX32" fmla="*/ 69056 w 800100"/>
              <a:gd name="connsiteY32" fmla="*/ 157162 h 454819"/>
              <a:gd name="connsiteX33" fmla="*/ 76200 w 800100"/>
              <a:gd name="connsiteY33" fmla="*/ 152400 h 454819"/>
              <a:gd name="connsiteX34" fmla="*/ 83344 w 800100"/>
              <a:gd name="connsiteY34" fmla="*/ 147637 h 454819"/>
              <a:gd name="connsiteX35" fmla="*/ 90488 w 800100"/>
              <a:gd name="connsiteY35" fmla="*/ 145256 h 454819"/>
              <a:gd name="connsiteX36" fmla="*/ 97631 w 800100"/>
              <a:gd name="connsiteY36" fmla="*/ 138112 h 454819"/>
              <a:gd name="connsiteX37" fmla="*/ 109538 w 800100"/>
              <a:gd name="connsiteY37" fmla="*/ 128587 h 454819"/>
              <a:gd name="connsiteX38" fmla="*/ 278606 w 800100"/>
              <a:gd name="connsiteY38" fmla="*/ 138112 h 454819"/>
              <a:gd name="connsiteX39" fmla="*/ 309563 w 800100"/>
              <a:gd name="connsiteY39" fmla="*/ 126206 h 454819"/>
              <a:gd name="connsiteX40" fmla="*/ 366713 w 800100"/>
              <a:gd name="connsiteY40" fmla="*/ 80962 h 454819"/>
              <a:gd name="connsiteX41" fmla="*/ 371475 w 800100"/>
              <a:gd name="connsiteY41" fmla="*/ 69056 h 454819"/>
              <a:gd name="connsiteX42" fmla="*/ 252413 w 800100"/>
              <a:gd name="connsiteY42" fmla="*/ 0 h 45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800100" h="454819">
                <a:moveTo>
                  <a:pt x="252413" y="0"/>
                </a:moveTo>
                <a:lnTo>
                  <a:pt x="390525" y="0"/>
                </a:lnTo>
                <a:lnTo>
                  <a:pt x="431006" y="54769"/>
                </a:lnTo>
                <a:lnTo>
                  <a:pt x="428625" y="90487"/>
                </a:lnTo>
                <a:lnTo>
                  <a:pt x="442913" y="111919"/>
                </a:lnTo>
                <a:lnTo>
                  <a:pt x="800100" y="111919"/>
                </a:lnTo>
                <a:lnTo>
                  <a:pt x="781050" y="390525"/>
                </a:lnTo>
                <a:lnTo>
                  <a:pt x="402431" y="378619"/>
                </a:lnTo>
                <a:lnTo>
                  <a:pt x="366713" y="438150"/>
                </a:lnTo>
                <a:lnTo>
                  <a:pt x="302419" y="454819"/>
                </a:lnTo>
                <a:lnTo>
                  <a:pt x="247650" y="452437"/>
                </a:lnTo>
                <a:lnTo>
                  <a:pt x="107156" y="445294"/>
                </a:lnTo>
                <a:lnTo>
                  <a:pt x="107156" y="445294"/>
                </a:lnTo>
                <a:cubicBezTo>
                  <a:pt x="82988" y="433210"/>
                  <a:pt x="94012" y="439707"/>
                  <a:pt x="73819" y="426244"/>
                </a:cubicBezTo>
                <a:lnTo>
                  <a:pt x="66675" y="421481"/>
                </a:lnTo>
                <a:lnTo>
                  <a:pt x="59531" y="416719"/>
                </a:lnTo>
                <a:cubicBezTo>
                  <a:pt x="57944" y="414338"/>
                  <a:pt x="56793" y="411599"/>
                  <a:pt x="54769" y="409575"/>
                </a:cubicBezTo>
                <a:cubicBezTo>
                  <a:pt x="52745" y="407551"/>
                  <a:pt x="49413" y="407047"/>
                  <a:pt x="47625" y="404812"/>
                </a:cubicBezTo>
                <a:cubicBezTo>
                  <a:pt x="46057" y="402852"/>
                  <a:pt x="46785" y="399650"/>
                  <a:pt x="45244" y="397669"/>
                </a:cubicBezTo>
                <a:cubicBezTo>
                  <a:pt x="41109" y="392352"/>
                  <a:pt x="30956" y="383381"/>
                  <a:pt x="30956" y="383381"/>
                </a:cubicBezTo>
                <a:cubicBezTo>
                  <a:pt x="30162" y="381000"/>
                  <a:pt x="29794" y="378431"/>
                  <a:pt x="28575" y="376237"/>
                </a:cubicBezTo>
                <a:cubicBezTo>
                  <a:pt x="25795" y="371234"/>
                  <a:pt x="19050" y="361950"/>
                  <a:pt x="19050" y="361950"/>
                </a:cubicBezTo>
                <a:cubicBezTo>
                  <a:pt x="12215" y="334605"/>
                  <a:pt x="21773" y="368304"/>
                  <a:pt x="11906" y="345281"/>
                </a:cubicBezTo>
                <a:cubicBezTo>
                  <a:pt x="10699" y="342466"/>
                  <a:pt x="7501" y="325812"/>
                  <a:pt x="7144" y="323850"/>
                </a:cubicBezTo>
                <a:cubicBezTo>
                  <a:pt x="6280" y="319100"/>
                  <a:pt x="5934" y="314246"/>
                  <a:pt x="4763" y="309562"/>
                </a:cubicBezTo>
                <a:cubicBezTo>
                  <a:pt x="3545" y="304692"/>
                  <a:pt x="0" y="295275"/>
                  <a:pt x="0" y="295275"/>
                </a:cubicBezTo>
                <a:cubicBezTo>
                  <a:pt x="794" y="277019"/>
                  <a:pt x="501" y="258683"/>
                  <a:pt x="2381" y="240506"/>
                </a:cubicBezTo>
                <a:cubicBezTo>
                  <a:pt x="2898" y="235513"/>
                  <a:pt x="4359" y="230396"/>
                  <a:pt x="7144" y="226219"/>
                </a:cubicBezTo>
                <a:lnTo>
                  <a:pt x="16669" y="211931"/>
                </a:lnTo>
                <a:cubicBezTo>
                  <a:pt x="20854" y="199375"/>
                  <a:pt x="16284" y="209536"/>
                  <a:pt x="26194" y="197644"/>
                </a:cubicBezTo>
                <a:cubicBezTo>
                  <a:pt x="36118" y="185735"/>
                  <a:pt x="25000" y="194471"/>
                  <a:pt x="38100" y="185737"/>
                </a:cubicBezTo>
                <a:cubicBezTo>
                  <a:pt x="41275" y="180975"/>
                  <a:pt x="42863" y="174625"/>
                  <a:pt x="47625" y="171450"/>
                </a:cubicBezTo>
                <a:lnTo>
                  <a:pt x="69056" y="157162"/>
                </a:lnTo>
                <a:lnTo>
                  <a:pt x="76200" y="152400"/>
                </a:lnTo>
                <a:cubicBezTo>
                  <a:pt x="78581" y="150812"/>
                  <a:pt x="80629" y="148542"/>
                  <a:pt x="83344" y="147637"/>
                </a:cubicBezTo>
                <a:lnTo>
                  <a:pt x="90488" y="145256"/>
                </a:lnTo>
                <a:cubicBezTo>
                  <a:pt x="92869" y="142875"/>
                  <a:pt x="95044" y="140268"/>
                  <a:pt x="97631" y="138112"/>
                </a:cubicBezTo>
                <a:cubicBezTo>
                  <a:pt x="115662" y="123086"/>
                  <a:pt x="95676" y="142449"/>
                  <a:pt x="109538" y="128587"/>
                </a:cubicBezTo>
                <a:lnTo>
                  <a:pt x="278606" y="138112"/>
                </a:lnTo>
                <a:lnTo>
                  <a:pt x="309563" y="126206"/>
                </a:lnTo>
                <a:lnTo>
                  <a:pt x="366713" y="80962"/>
                </a:lnTo>
                <a:lnTo>
                  <a:pt x="371475" y="69056"/>
                </a:lnTo>
                <a:lnTo>
                  <a:pt x="252413" y="0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822156" y="2138366"/>
            <a:ext cx="525304" cy="645319"/>
          </a:xfrm>
          <a:prstGeom prst="round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5612606" y="3171825"/>
            <a:ext cx="1140619" cy="754856"/>
          </a:xfrm>
          <a:custGeom>
            <a:avLst/>
            <a:gdLst>
              <a:gd name="connsiteX0" fmla="*/ 42863 w 1140619"/>
              <a:gd name="connsiteY0" fmla="*/ 0 h 754856"/>
              <a:gd name="connsiteX1" fmla="*/ 111919 w 1140619"/>
              <a:gd name="connsiteY1" fmla="*/ 78581 h 754856"/>
              <a:gd name="connsiteX2" fmla="*/ 102394 w 1140619"/>
              <a:gd name="connsiteY2" fmla="*/ 73819 h 754856"/>
              <a:gd name="connsiteX3" fmla="*/ 126207 w 1140619"/>
              <a:gd name="connsiteY3" fmla="*/ 90488 h 754856"/>
              <a:gd name="connsiteX4" fmla="*/ 140494 w 1140619"/>
              <a:gd name="connsiteY4" fmla="*/ 95250 h 754856"/>
              <a:gd name="connsiteX5" fmla="*/ 159544 w 1140619"/>
              <a:gd name="connsiteY5" fmla="*/ 97631 h 754856"/>
              <a:gd name="connsiteX6" fmla="*/ 192882 w 1140619"/>
              <a:gd name="connsiteY6" fmla="*/ 102394 h 754856"/>
              <a:gd name="connsiteX7" fmla="*/ 235744 w 1140619"/>
              <a:gd name="connsiteY7" fmla="*/ 107156 h 754856"/>
              <a:gd name="connsiteX8" fmla="*/ 250032 w 1140619"/>
              <a:gd name="connsiteY8" fmla="*/ 111919 h 754856"/>
              <a:gd name="connsiteX9" fmla="*/ 269082 w 1140619"/>
              <a:gd name="connsiteY9" fmla="*/ 116681 h 754856"/>
              <a:gd name="connsiteX10" fmla="*/ 276225 w 1140619"/>
              <a:gd name="connsiteY10" fmla="*/ 119063 h 754856"/>
              <a:gd name="connsiteX11" fmla="*/ 295275 w 1140619"/>
              <a:gd name="connsiteY11" fmla="*/ 123825 h 754856"/>
              <a:gd name="connsiteX12" fmla="*/ 304800 w 1140619"/>
              <a:gd name="connsiteY12" fmla="*/ 126206 h 754856"/>
              <a:gd name="connsiteX13" fmla="*/ 319088 w 1140619"/>
              <a:gd name="connsiteY13" fmla="*/ 130969 h 754856"/>
              <a:gd name="connsiteX14" fmla="*/ 328613 w 1140619"/>
              <a:gd name="connsiteY14" fmla="*/ 133350 h 754856"/>
              <a:gd name="connsiteX15" fmla="*/ 342900 w 1140619"/>
              <a:gd name="connsiteY15" fmla="*/ 138113 h 754856"/>
              <a:gd name="connsiteX16" fmla="*/ 359569 w 1140619"/>
              <a:gd name="connsiteY16" fmla="*/ 142875 h 754856"/>
              <a:gd name="connsiteX17" fmla="*/ 469107 w 1140619"/>
              <a:gd name="connsiteY17" fmla="*/ 147638 h 754856"/>
              <a:gd name="connsiteX18" fmla="*/ 492919 w 1140619"/>
              <a:gd name="connsiteY18" fmla="*/ 152400 h 754856"/>
              <a:gd name="connsiteX19" fmla="*/ 504825 w 1140619"/>
              <a:gd name="connsiteY19" fmla="*/ 154781 h 754856"/>
              <a:gd name="connsiteX20" fmla="*/ 514350 w 1140619"/>
              <a:gd name="connsiteY20" fmla="*/ 157163 h 754856"/>
              <a:gd name="connsiteX21" fmla="*/ 552450 w 1140619"/>
              <a:gd name="connsiteY21" fmla="*/ 161925 h 754856"/>
              <a:gd name="connsiteX22" fmla="*/ 588169 w 1140619"/>
              <a:gd name="connsiteY22" fmla="*/ 169069 h 754856"/>
              <a:gd name="connsiteX23" fmla="*/ 626269 w 1140619"/>
              <a:gd name="connsiteY23" fmla="*/ 166688 h 754856"/>
              <a:gd name="connsiteX24" fmla="*/ 645319 w 1140619"/>
              <a:gd name="connsiteY24" fmla="*/ 164306 h 754856"/>
              <a:gd name="connsiteX25" fmla="*/ 769144 w 1140619"/>
              <a:gd name="connsiteY25" fmla="*/ 159544 h 754856"/>
              <a:gd name="connsiteX26" fmla="*/ 821532 w 1140619"/>
              <a:gd name="connsiteY26" fmla="*/ 154781 h 754856"/>
              <a:gd name="connsiteX27" fmla="*/ 840582 w 1140619"/>
              <a:gd name="connsiteY27" fmla="*/ 150019 h 754856"/>
              <a:gd name="connsiteX28" fmla="*/ 854869 w 1140619"/>
              <a:gd name="connsiteY28" fmla="*/ 147638 h 754856"/>
              <a:gd name="connsiteX29" fmla="*/ 942975 w 1140619"/>
              <a:gd name="connsiteY29" fmla="*/ 147638 h 754856"/>
              <a:gd name="connsiteX30" fmla="*/ 957263 w 1140619"/>
              <a:gd name="connsiteY30" fmla="*/ 140494 h 754856"/>
              <a:gd name="connsiteX31" fmla="*/ 973932 w 1140619"/>
              <a:gd name="connsiteY31" fmla="*/ 135731 h 754856"/>
              <a:gd name="connsiteX32" fmla="*/ 988219 w 1140619"/>
              <a:gd name="connsiteY32" fmla="*/ 128588 h 754856"/>
              <a:gd name="connsiteX33" fmla="*/ 995363 w 1140619"/>
              <a:gd name="connsiteY33" fmla="*/ 121444 h 754856"/>
              <a:gd name="connsiteX34" fmla="*/ 1002507 w 1140619"/>
              <a:gd name="connsiteY34" fmla="*/ 116681 h 754856"/>
              <a:gd name="connsiteX35" fmla="*/ 1016794 w 1140619"/>
              <a:gd name="connsiteY35" fmla="*/ 102394 h 754856"/>
              <a:gd name="connsiteX36" fmla="*/ 1023938 w 1140619"/>
              <a:gd name="connsiteY36" fmla="*/ 97631 h 754856"/>
              <a:gd name="connsiteX37" fmla="*/ 1045369 w 1140619"/>
              <a:gd name="connsiteY37" fmla="*/ 80963 h 754856"/>
              <a:gd name="connsiteX38" fmla="*/ 1066800 w 1140619"/>
              <a:gd name="connsiteY38" fmla="*/ 66675 h 754856"/>
              <a:gd name="connsiteX39" fmla="*/ 1073944 w 1140619"/>
              <a:gd name="connsiteY39" fmla="*/ 61913 h 754856"/>
              <a:gd name="connsiteX40" fmla="*/ 1081088 w 1140619"/>
              <a:gd name="connsiteY40" fmla="*/ 57150 h 754856"/>
              <a:gd name="connsiteX41" fmla="*/ 1092994 w 1140619"/>
              <a:gd name="connsiteY41" fmla="*/ 45244 h 754856"/>
              <a:gd name="connsiteX42" fmla="*/ 1097757 w 1140619"/>
              <a:gd name="connsiteY42" fmla="*/ 38100 h 754856"/>
              <a:gd name="connsiteX43" fmla="*/ 1102519 w 1140619"/>
              <a:gd name="connsiteY43" fmla="*/ 33338 h 754856"/>
              <a:gd name="connsiteX44" fmla="*/ 1140619 w 1140619"/>
              <a:gd name="connsiteY44" fmla="*/ 169069 h 754856"/>
              <a:gd name="connsiteX45" fmla="*/ 1140619 w 1140619"/>
              <a:gd name="connsiteY45" fmla="*/ 169069 h 754856"/>
              <a:gd name="connsiteX46" fmla="*/ 1128713 w 1140619"/>
              <a:gd name="connsiteY46" fmla="*/ 185738 h 754856"/>
              <a:gd name="connsiteX47" fmla="*/ 1121569 w 1140619"/>
              <a:gd name="connsiteY47" fmla="*/ 190500 h 754856"/>
              <a:gd name="connsiteX48" fmla="*/ 1119188 w 1140619"/>
              <a:gd name="connsiteY48" fmla="*/ 197644 h 754856"/>
              <a:gd name="connsiteX49" fmla="*/ 1112044 w 1140619"/>
              <a:gd name="connsiteY49" fmla="*/ 202406 h 754856"/>
              <a:gd name="connsiteX50" fmla="*/ 1100138 w 1140619"/>
              <a:gd name="connsiteY50" fmla="*/ 216694 h 754856"/>
              <a:gd name="connsiteX51" fmla="*/ 1092994 w 1140619"/>
              <a:gd name="connsiteY51" fmla="*/ 221456 h 754856"/>
              <a:gd name="connsiteX52" fmla="*/ 1081088 w 1140619"/>
              <a:gd name="connsiteY52" fmla="*/ 233363 h 754856"/>
              <a:gd name="connsiteX53" fmla="*/ 1069182 w 1140619"/>
              <a:gd name="connsiteY53" fmla="*/ 245269 h 754856"/>
              <a:gd name="connsiteX54" fmla="*/ 1064419 w 1140619"/>
              <a:gd name="connsiteY54" fmla="*/ 252413 h 754856"/>
              <a:gd name="connsiteX55" fmla="*/ 1050132 w 1140619"/>
              <a:gd name="connsiteY55" fmla="*/ 257175 h 754856"/>
              <a:gd name="connsiteX56" fmla="*/ 1035844 w 1140619"/>
              <a:gd name="connsiteY56" fmla="*/ 266700 h 754856"/>
              <a:gd name="connsiteX57" fmla="*/ 1028700 w 1140619"/>
              <a:gd name="connsiteY57" fmla="*/ 271463 h 754856"/>
              <a:gd name="connsiteX58" fmla="*/ 1014413 w 1140619"/>
              <a:gd name="connsiteY58" fmla="*/ 276225 h 754856"/>
              <a:gd name="connsiteX59" fmla="*/ 1007269 w 1140619"/>
              <a:gd name="connsiteY59" fmla="*/ 280988 h 754856"/>
              <a:gd name="connsiteX60" fmla="*/ 992982 w 1140619"/>
              <a:gd name="connsiteY60" fmla="*/ 285750 h 754856"/>
              <a:gd name="connsiteX61" fmla="*/ 985838 w 1140619"/>
              <a:gd name="connsiteY61" fmla="*/ 290513 h 754856"/>
              <a:gd name="connsiteX62" fmla="*/ 971550 w 1140619"/>
              <a:gd name="connsiteY62" fmla="*/ 295275 h 754856"/>
              <a:gd name="connsiteX63" fmla="*/ 964407 w 1140619"/>
              <a:gd name="connsiteY63" fmla="*/ 297656 h 754856"/>
              <a:gd name="connsiteX64" fmla="*/ 942975 w 1140619"/>
              <a:gd name="connsiteY64" fmla="*/ 304800 h 754856"/>
              <a:gd name="connsiteX65" fmla="*/ 935832 w 1140619"/>
              <a:gd name="connsiteY65" fmla="*/ 307181 h 754856"/>
              <a:gd name="connsiteX66" fmla="*/ 926307 w 1140619"/>
              <a:gd name="connsiteY66" fmla="*/ 309563 h 754856"/>
              <a:gd name="connsiteX67" fmla="*/ 912019 w 1140619"/>
              <a:gd name="connsiteY67" fmla="*/ 314325 h 754856"/>
              <a:gd name="connsiteX68" fmla="*/ 904875 w 1140619"/>
              <a:gd name="connsiteY68" fmla="*/ 319088 h 754856"/>
              <a:gd name="connsiteX69" fmla="*/ 890588 w 1140619"/>
              <a:gd name="connsiteY69" fmla="*/ 323850 h 754856"/>
              <a:gd name="connsiteX70" fmla="*/ 888207 w 1140619"/>
              <a:gd name="connsiteY70" fmla="*/ 330994 h 754856"/>
              <a:gd name="connsiteX71" fmla="*/ 873919 w 1140619"/>
              <a:gd name="connsiteY71" fmla="*/ 335756 h 754856"/>
              <a:gd name="connsiteX72" fmla="*/ 866775 w 1140619"/>
              <a:gd name="connsiteY72" fmla="*/ 340519 h 754856"/>
              <a:gd name="connsiteX73" fmla="*/ 859632 w 1140619"/>
              <a:gd name="connsiteY73" fmla="*/ 347663 h 754856"/>
              <a:gd name="connsiteX74" fmla="*/ 845344 w 1140619"/>
              <a:gd name="connsiteY74" fmla="*/ 352425 h 754856"/>
              <a:gd name="connsiteX75" fmla="*/ 831057 w 1140619"/>
              <a:gd name="connsiteY75" fmla="*/ 357188 h 754856"/>
              <a:gd name="connsiteX76" fmla="*/ 823913 w 1140619"/>
              <a:gd name="connsiteY76" fmla="*/ 359569 h 754856"/>
              <a:gd name="connsiteX77" fmla="*/ 800100 w 1140619"/>
              <a:gd name="connsiteY77" fmla="*/ 364331 h 754856"/>
              <a:gd name="connsiteX78" fmla="*/ 785813 w 1140619"/>
              <a:gd name="connsiteY78" fmla="*/ 369094 h 754856"/>
              <a:gd name="connsiteX79" fmla="*/ 778669 w 1140619"/>
              <a:gd name="connsiteY79" fmla="*/ 371475 h 754856"/>
              <a:gd name="connsiteX80" fmla="*/ 757238 w 1140619"/>
              <a:gd name="connsiteY80" fmla="*/ 381000 h 754856"/>
              <a:gd name="connsiteX81" fmla="*/ 740569 w 1140619"/>
              <a:gd name="connsiteY81" fmla="*/ 385763 h 754856"/>
              <a:gd name="connsiteX82" fmla="*/ 709613 w 1140619"/>
              <a:gd name="connsiteY82" fmla="*/ 390525 h 754856"/>
              <a:gd name="connsiteX83" fmla="*/ 695325 w 1140619"/>
              <a:gd name="connsiteY83" fmla="*/ 395288 h 754856"/>
              <a:gd name="connsiteX84" fmla="*/ 688182 w 1140619"/>
              <a:gd name="connsiteY84" fmla="*/ 397669 h 754856"/>
              <a:gd name="connsiteX85" fmla="*/ 681038 w 1140619"/>
              <a:gd name="connsiteY85" fmla="*/ 400050 h 754856"/>
              <a:gd name="connsiteX86" fmla="*/ 666750 w 1140619"/>
              <a:gd name="connsiteY86" fmla="*/ 409575 h 754856"/>
              <a:gd name="connsiteX87" fmla="*/ 652463 w 1140619"/>
              <a:gd name="connsiteY87" fmla="*/ 414338 h 754856"/>
              <a:gd name="connsiteX88" fmla="*/ 645319 w 1140619"/>
              <a:gd name="connsiteY88" fmla="*/ 419100 h 754856"/>
              <a:gd name="connsiteX89" fmla="*/ 623888 w 1140619"/>
              <a:gd name="connsiteY89" fmla="*/ 426244 h 754856"/>
              <a:gd name="connsiteX90" fmla="*/ 595313 w 1140619"/>
              <a:gd name="connsiteY90" fmla="*/ 435769 h 754856"/>
              <a:gd name="connsiteX91" fmla="*/ 588169 w 1140619"/>
              <a:gd name="connsiteY91" fmla="*/ 438150 h 754856"/>
              <a:gd name="connsiteX92" fmla="*/ 581025 w 1140619"/>
              <a:gd name="connsiteY92" fmla="*/ 440531 h 754856"/>
              <a:gd name="connsiteX93" fmla="*/ 569119 w 1140619"/>
              <a:gd name="connsiteY93" fmla="*/ 442913 h 754856"/>
              <a:gd name="connsiteX94" fmla="*/ 554832 w 1140619"/>
              <a:gd name="connsiteY94" fmla="*/ 447675 h 754856"/>
              <a:gd name="connsiteX95" fmla="*/ 540544 w 1140619"/>
              <a:gd name="connsiteY95" fmla="*/ 457200 h 754856"/>
              <a:gd name="connsiteX96" fmla="*/ 550069 w 1140619"/>
              <a:gd name="connsiteY96" fmla="*/ 469106 h 754856"/>
              <a:gd name="connsiteX97" fmla="*/ 538163 w 1140619"/>
              <a:gd name="connsiteY97" fmla="*/ 485775 h 754856"/>
              <a:gd name="connsiteX98" fmla="*/ 533400 w 1140619"/>
              <a:gd name="connsiteY98" fmla="*/ 500063 h 754856"/>
              <a:gd name="connsiteX99" fmla="*/ 528638 w 1140619"/>
              <a:gd name="connsiteY99" fmla="*/ 507206 h 754856"/>
              <a:gd name="connsiteX100" fmla="*/ 526257 w 1140619"/>
              <a:gd name="connsiteY100" fmla="*/ 519113 h 754856"/>
              <a:gd name="connsiteX101" fmla="*/ 531019 w 1140619"/>
              <a:gd name="connsiteY101" fmla="*/ 611981 h 754856"/>
              <a:gd name="connsiteX102" fmla="*/ 535782 w 1140619"/>
              <a:gd name="connsiteY102" fmla="*/ 638175 h 754856"/>
              <a:gd name="connsiteX103" fmla="*/ 542925 w 1140619"/>
              <a:gd name="connsiteY103" fmla="*/ 671513 h 754856"/>
              <a:gd name="connsiteX104" fmla="*/ 545307 w 1140619"/>
              <a:gd name="connsiteY104" fmla="*/ 714375 h 754856"/>
              <a:gd name="connsiteX105" fmla="*/ 542925 w 1140619"/>
              <a:gd name="connsiteY105" fmla="*/ 745331 h 754856"/>
              <a:gd name="connsiteX106" fmla="*/ 540544 w 1140619"/>
              <a:gd name="connsiteY106" fmla="*/ 752475 h 754856"/>
              <a:gd name="connsiteX107" fmla="*/ 476250 w 1140619"/>
              <a:gd name="connsiteY107" fmla="*/ 754856 h 754856"/>
              <a:gd name="connsiteX108" fmla="*/ 426244 w 1140619"/>
              <a:gd name="connsiteY108" fmla="*/ 740569 h 754856"/>
              <a:gd name="connsiteX109" fmla="*/ 397669 w 1140619"/>
              <a:gd name="connsiteY109" fmla="*/ 726281 h 754856"/>
              <a:gd name="connsiteX110" fmla="*/ 383382 w 1140619"/>
              <a:gd name="connsiteY110" fmla="*/ 688181 h 754856"/>
              <a:gd name="connsiteX111" fmla="*/ 381000 w 1140619"/>
              <a:gd name="connsiteY111" fmla="*/ 492919 h 754856"/>
              <a:gd name="connsiteX112" fmla="*/ 371475 w 1140619"/>
              <a:gd name="connsiteY112" fmla="*/ 466725 h 754856"/>
              <a:gd name="connsiteX113" fmla="*/ 273844 w 1140619"/>
              <a:gd name="connsiteY113" fmla="*/ 369094 h 754856"/>
              <a:gd name="connsiteX114" fmla="*/ 223838 w 1140619"/>
              <a:gd name="connsiteY114" fmla="*/ 345281 h 754856"/>
              <a:gd name="connsiteX115" fmla="*/ 64294 w 1140619"/>
              <a:gd name="connsiteY115" fmla="*/ 245269 h 754856"/>
              <a:gd name="connsiteX116" fmla="*/ 0 w 1140619"/>
              <a:gd name="connsiteY116" fmla="*/ 152400 h 754856"/>
              <a:gd name="connsiteX117" fmla="*/ 0 w 1140619"/>
              <a:gd name="connsiteY117" fmla="*/ 102394 h 754856"/>
              <a:gd name="connsiteX118" fmla="*/ 2382 w 1140619"/>
              <a:gd name="connsiteY118" fmla="*/ 61913 h 754856"/>
              <a:gd name="connsiteX119" fmla="*/ 16669 w 1140619"/>
              <a:gd name="connsiteY119" fmla="*/ 35719 h 754856"/>
              <a:gd name="connsiteX120" fmla="*/ 42863 w 1140619"/>
              <a:gd name="connsiteY120" fmla="*/ 0 h 754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140619" h="754856">
                <a:moveTo>
                  <a:pt x="42863" y="0"/>
                </a:moveTo>
                <a:lnTo>
                  <a:pt x="111919" y="78581"/>
                </a:lnTo>
                <a:lnTo>
                  <a:pt x="102394" y="73819"/>
                </a:lnTo>
                <a:cubicBezTo>
                  <a:pt x="110332" y="79375"/>
                  <a:pt x="117015" y="87424"/>
                  <a:pt x="126207" y="90488"/>
                </a:cubicBezTo>
                <a:cubicBezTo>
                  <a:pt x="130969" y="92075"/>
                  <a:pt x="135513" y="94627"/>
                  <a:pt x="140494" y="95250"/>
                </a:cubicBezTo>
                <a:lnTo>
                  <a:pt x="159544" y="97631"/>
                </a:lnTo>
                <a:cubicBezTo>
                  <a:pt x="170667" y="99148"/>
                  <a:pt x="181725" y="101154"/>
                  <a:pt x="192882" y="102394"/>
                </a:cubicBezTo>
                <a:lnTo>
                  <a:pt x="235744" y="107156"/>
                </a:lnTo>
                <a:cubicBezTo>
                  <a:pt x="240507" y="108744"/>
                  <a:pt x="245162" y="110702"/>
                  <a:pt x="250032" y="111919"/>
                </a:cubicBezTo>
                <a:cubicBezTo>
                  <a:pt x="256382" y="113506"/>
                  <a:pt x="262873" y="114610"/>
                  <a:pt x="269082" y="116681"/>
                </a:cubicBezTo>
                <a:cubicBezTo>
                  <a:pt x="271463" y="117475"/>
                  <a:pt x="273804" y="118403"/>
                  <a:pt x="276225" y="119063"/>
                </a:cubicBezTo>
                <a:cubicBezTo>
                  <a:pt x="282540" y="120785"/>
                  <a:pt x="288925" y="122238"/>
                  <a:pt x="295275" y="123825"/>
                </a:cubicBezTo>
                <a:cubicBezTo>
                  <a:pt x="298450" y="124619"/>
                  <a:pt x="301695" y="125171"/>
                  <a:pt x="304800" y="126206"/>
                </a:cubicBezTo>
                <a:cubicBezTo>
                  <a:pt x="309563" y="127794"/>
                  <a:pt x="314218" y="129752"/>
                  <a:pt x="319088" y="130969"/>
                </a:cubicBezTo>
                <a:cubicBezTo>
                  <a:pt x="322263" y="131763"/>
                  <a:pt x="325478" y="132410"/>
                  <a:pt x="328613" y="133350"/>
                </a:cubicBezTo>
                <a:cubicBezTo>
                  <a:pt x="333421" y="134793"/>
                  <a:pt x="338138" y="136525"/>
                  <a:pt x="342900" y="138113"/>
                </a:cubicBezTo>
                <a:cubicBezTo>
                  <a:pt x="347077" y="139505"/>
                  <a:pt x="355525" y="142523"/>
                  <a:pt x="359569" y="142875"/>
                </a:cubicBezTo>
                <a:cubicBezTo>
                  <a:pt x="380379" y="144684"/>
                  <a:pt x="454832" y="147109"/>
                  <a:pt x="469107" y="147638"/>
                </a:cubicBezTo>
                <a:cubicBezTo>
                  <a:pt x="482798" y="152202"/>
                  <a:pt x="471030" y="148752"/>
                  <a:pt x="492919" y="152400"/>
                </a:cubicBezTo>
                <a:cubicBezTo>
                  <a:pt x="496911" y="153065"/>
                  <a:pt x="500874" y="153903"/>
                  <a:pt x="504825" y="154781"/>
                </a:cubicBezTo>
                <a:cubicBezTo>
                  <a:pt x="508020" y="155491"/>
                  <a:pt x="511113" y="156677"/>
                  <a:pt x="514350" y="157163"/>
                </a:cubicBezTo>
                <a:cubicBezTo>
                  <a:pt x="527007" y="159062"/>
                  <a:pt x="552450" y="161925"/>
                  <a:pt x="552450" y="161925"/>
                </a:cubicBezTo>
                <a:cubicBezTo>
                  <a:pt x="573557" y="168961"/>
                  <a:pt x="561748" y="166134"/>
                  <a:pt x="588169" y="169069"/>
                </a:cubicBezTo>
                <a:cubicBezTo>
                  <a:pt x="600869" y="168275"/>
                  <a:pt x="613588" y="167745"/>
                  <a:pt x="626269" y="166688"/>
                </a:cubicBezTo>
                <a:cubicBezTo>
                  <a:pt x="632646" y="166156"/>
                  <a:pt x="638928" y="164626"/>
                  <a:pt x="645319" y="164306"/>
                </a:cubicBezTo>
                <a:cubicBezTo>
                  <a:pt x="686573" y="162243"/>
                  <a:pt x="769144" y="159544"/>
                  <a:pt x="769144" y="159544"/>
                </a:cubicBezTo>
                <a:cubicBezTo>
                  <a:pt x="773744" y="159161"/>
                  <a:pt x="814853" y="155894"/>
                  <a:pt x="821532" y="154781"/>
                </a:cubicBezTo>
                <a:cubicBezTo>
                  <a:pt x="827988" y="153705"/>
                  <a:pt x="834126" y="151095"/>
                  <a:pt x="840582" y="150019"/>
                </a:cubicBezTo>
                <a:lnTo>
                  <a:pt x="854869" y="147638"/>
                </a:lnTo>
                <a:cubicBezTo>
                  <a:pt x="893970" y="149142"/>
                  <a:pt x="909616" y="152404"/>
                  <a:pt x="942975" y="147638"/>
                </a:cubicBezTo>
                <a:cubicBezTo>
                  <a:pt x="953006" y="146205"/>
                  <a:pt x="947834" y="144534"/>
                  <a:pt x="957263" y="140494"/>
                </a:cubicBezTo>
                <a:cubicBezTo>
                  <a:pt x="967955" y="135912"/>
                  <a:pt x="964656" y="140369"/>
                  <a:pt x="973932" y="135731"/>
                </a:cubicBezTo>
                <a:cubicBezTo>
                  <a:pt x="992389" y="126502"/>
                  <a:pt x="970268" y="134571"/>
                  <a:pt x="988219" y="128588"/>
                </a:cubicBezTo>
                <a:cubicBezTo>
                  <a:pt x="990600" y="126207"/>
                  <a:pt x="992776" y="123600"/>
                  <a:pt x="995363" y="121444"/>
                </a:cubicBezTo>
                <a:cubicBezTo>
                  <a:pt x="997562" y="119612"/>
                  <a:pt x="1000368" y="118582"/>
                  <a:pt x="1002507" y="116681"/>
                </a:cubicBezTo>
                <a:cubicBezTo>
                  <a:pt x="1007541" y="112207"/>
                  <a:pt x="1011190" y="106130"/>
                  <a:pt x="1016794" y="102394"/>
                </a:cubicBezTo>
                <a:cubicBezTo>
                  <a:pt x="1019175" y="100806"/>
                  <a:pt x="1021799" y="99532"/>
                  <a:pt x="1023938" y="97631"/>
                </a:cubicBezTo>
                <a:cubicBezTo>
                  <a:pt x="1043212" y="80499"/>
                  <a:pt x="1030639" y="85872"/>
                  <a:pt x="1045369" y="80963"/>
                </a:cubicBezTo>
                <a:lnTo>
                  <a:pt x="1066800" y="66675"/>
                </a:lnTo>
                <a:lnTo>
                  <a:pt x="1073944" y="61913"/>
                </a:lnTo>
                <a:lnTo>
                  <a:pt x="1081088" y="57150"/>
                </a:lnTo>
                <a:cubicBezTo>
                  <a:pt x="1093784" y="38103"/>
                  <a:pt x="1077122" y="61115"/>
                  <a:pt x="1092994" y="45244"/>
                </a:cubicBezTo>
                <a:cubicBezTo>
                  <a:pt x="1095018" y="43220"/>
                  <a:pt x="1095969" y="40335"/>
                  <a:pt x="1097757" y="38100"/>
                </a:cubicBezTo>
                <a:cubicBezTo>
                  <a:pt x="1099159" y="36347"/>
                  <a:pt x="1100932" y="34925"/>
                  <a:pt x="1102519" y="33338"/>
                </a:cubicBezTo>
                <a:lnTo>
                  <a:pt x="1140619" y="169069"/>
                </a:lnTo>
                <a:lnTo>
                  <a:pt x="1140619" y="169069"/>
                </a:lnTo>
                <a:cubicBezTo>
                  <a:pt x="1136650" y="174625"/>
                  <a:pt x="1133249" y="180635"/>
                  <a:pt x="1128713" y="185738"/>
                </a:cubicBezTo>
                <a:cubicBezTo>
                  <a:pt x="1126812" y="187877"/>
                  <a:pt x="1123357" y="188265"/>
                  <a:pt x="1121569" y="190500"/>
                </a:cubicBezTo>
                <a:cubicBezTo>
                  <a:pt x="1120001" y="192460"/>
                  <a:pt x="1120756" y="195684"/>
                  <a:pt x="1119188" y="197644"/>
                </a:cubicBezTo>
                <a:cubicBezTo>
                  <a:pt x="1117400" y="199879"/>
                  <a:pt x="1114243" y="200574"/>
                  <a:pt x="1112044" y="202406"/>
                </a:cubicBezTo>
                <a:cubicBezTo>
                  <a:pt x="1088636" y="221912"/>
                  <a:pt x="1118870" y="197962"/>
                  <a:pt x="1100138" y="216694"/>
                </a:cubicBezTo>
                <a:cubicBezTo>
                  <a:pt x="1098114" y="218718"/>
                  <a:pt x="1095375" y="219869"/>
                  <a:pt x="1092994" y="221456"/>
                </a:cubicBezTo>
                <a:cubicBezTo>
                  <a:pt x="1080301" y="240498"/>
                  <a:pt x="1096957" y="217495"/>
                  <a:pt x="1081088" y="233363"/>
                </a:cubicBezTo>
                <a:cubicBezTo>
                  <a:pt x="1065209" y="249240"/>
                  <a:pt x="1088234" y="232565"/>
                  <a:pt x="1069182" y="245269"/>
                </a:cubicBezTo>
                <a:cubicBezTo>
                  <a:pt x="1067594" y="247650"/>
                  <a:pt x="1066846" y="250896"/>
                  <a:pt x="1064419" y="252413"/>
                </a:cubicBezTo>
                <a:cubicBezTo>
                  <a:pt x="1060162" y="255074"/>
                  <a:pt x="1050132" y="257175"/>
                  <a:pt x="1050132" y="257175"/>
                </a:cubicBezTo>
                <a:lnTo>
                  <a:pt x="1035844" y="266700"/>
                </a:lnTo>
                <a:cubicBezTo>
                  <a:pt x="1033463" y="268288"/>
                  <a:pt x="1031415" y="270558"/>
                  <a:pt x="1028700" y="271463"/>
                </a:cubicBezTo>
                <a:lnTo>
                  <a:pt x="1014413" y="276225"/>
                </a:lnTo>
                <a:cubicBezTo>
                  <a:pt x="1012032" y="277813"/>
                  <a:pt x="1009884" y="279826"/>
                  <a:pt x="1007269" y="280988"/>
                </a:cubicBezTo>
                <a:cubicBezTo>
                  <a:pt x="1002682" y="283027"/>
                  <a:pt x="992982" y="285750"/>
                  <a:pt x="992982" y="285750"/>
                </a:cubicBezTo>
                <a:cubicBezTo>
                  <a:pt x="990601" y="287338"/>
                  <a:pt x="988453" y="289351"/>
                  <a:pt x="985838" y="290513"/>
                </a:cubicBezTo>
                <a:cubicBezTo>
                  <a:pt x="981250" y="292552"/>
                  <a:pt x="976313" y="293688"/>
                  <a:pt x="971550" y="295275"/>
                </a:cubicBezTo>
                <a:lnTo>
                  <a:pt x="964407" y="297656"/>
                </a:lnTo>
                <a:lnTo>
                  <a:pt x="942975" y="304800"/>
                </a:lnTo>
                <a:cubicBezTo>
                  <a:pt x="940594" y="305594"/>
                  <a:pt x="938267" y="306572"/>
                  <a:pt x="935832" y="307181"/>
                </a:cubicBezTo>
                <a:cubicBezTo>
                  <a:pt x="932657" y="307975"/>
                  <a:pt x="929442" y="308623"/>
                  <a:pt x="926307" y="309563"/>
                </a:cubicBezTo>
                <a:cubicBezTo>
                  <a:pt x="921499" y="311006"/>
                  <a:pt x="912019" y="314325"/>
                  <a:pt x="912019" y="314325"/>
                </a:cubicBezTo>
                <a:cubicBezTo>
                  <a:pt x="909638" y="315913"/>
                  <a:pt x="907490" y="317926"/>
                  <a:pt x="904875" y="319088"/>
                </a:cubicBezTo>
                <a:cubicBezTo>
                  <a:pt x="900288" y="321127"/>
                  <a:pt x="890588" y="323850"/>
                  <a:pt x="890588" y="323850"/>
                </a:cubicBezTo>
                <a:cubicBezTo>
                  <a:pt x="889794" y="326231"/>
                  <a:pt x="890250" y="329535"/>
                  <a:pt x="888207" y="330994"/>
                </a:cubicBezTo>
                <a:cubicBezTo>
                  <a:pt x="884122" y="333912"/>
                  <a:pt x="873919" y="335756"/>
                  <a:pt x="873919" y="335756"/>
                </a:cubicBezTo>
                <a:cubicBezTo>
                  <a:pt x="871538" y="337344"/>
                  <a:pt x="868974" y="338687"/>
                  <a:pt x="866775" y="340519"/>
                </a:cubicBezTo>
                <a:cubicBezTo>
                  <a:pt x="864188" y="342675"/>
                  <a:pt x="862576" y="346028"/>
                  <a:pt x="859632" y="347663"/>
                </a:cubicBezTo>
                <a:cubicBezTo>
                  <a:pt x="855244" y="350101"/>
                  <a:pt x="850107" y="350838"/>
                  <a:pt x="845344" y="352425"/>
                </a:cubicBezTo>
                <a:lnTo>
                  <a:pt x="831057" y="357188"/>
                </a:lnTo>
                <a:cubicBezTo>
                  <a:pt x="828676" y="357982"/>
                  <a:pt x="826374" y="359077"/>
                  <a:pt x="823913" y="359569"/>
                </a:cubicBezTo>
                <a:cubicBezTo>
                  <a:pt x="815975" y="361156"/>
                  <a:pt x="807779" y="361771"/>
                  <a:pt x="800100" y="364331"/>
                </a:cubicBezTo>
                <a:lnTo>
                  <a:pt x="785813" y="369094"/>
                </a:lnTo>
                <a:lnTo>
                  <a:pt x="778669" y="371475"/>
                </a:lnTo>
                <a:cubicBezTo>
                  <a:pt x="767349" y="379023"/>
                  <a:pt x="774240" y="375333"/>
                  <a:pt x="757238" y="381000"/>
                </a:cubicBezTo>
                <a:cubicBezTo>
                  <a:pt x="751581" y="382885"/>
                  <a:pt x="746542" y="384767"/>
                  <a:pt x="740569" y="385763"/>
                </a:cubicBezTo>
                <a:cubicBezTo>
                  <a:pt x="728155" y="387832"/>
                  <a:pt x="721058" y="387404"/>
                  <a:pt x="709613" y="390525"/>
                </a:cubicBezTo>
                <a:cubicBezTo>
                  <a:pt x="704770" y="391846"/>
                  <a:pt x="700088" y="393700"/>
                  <a:pt x="695325" y="395288"/>
                </a:cubicBezTo>
                <a:lnTo>
                  <a:pt x="688182" y="397669"/>
                </a:lnTo>
                <a:lnTo>
                  <a:pt x="681038" y="400050"/>
                </a:lnTo>
                <a:cubicBezTo>
                  <a:pt x="676275" y="403225"/>
                  <a:pt x="672180" y="407765"/>
                  <a:pt x="666750" y="409575"/>
                </a:cubicBezTo>
                <a:cubicBezTo>
                  <a:pt x="661988" y="411163"/>
                  <a:pt x="656640" y="411554"/>
                  <a:pt x="652463" y="414338"/>
                </a:cubicBezTo>
                <a:cubicBezTo>
                  <a:pt x="650082" y="415925"/>
                  <a:pt x="647934" y="417938"/>
                  <a:pt x="645319" y="419100"/>
                </a:cubicBezTo>
                <a:cubicBezTo>
                  <a:pt x="645305" y="419106"/>
                  <a:pt x="627467" y="425051"/>
                  <a:pt x="623888" y="426244"/>
                </a:cubicBezTo>
                <a:lnTo>
                  <a:pt x="595313" y="435769"/>
                </a:lnTo>
                <a:lnTo>
                  <a:pt x="588169" y="438150"/>
                </a:lnTo>
                <a:cubicBezTo>
                  <a:pt x="585788" y="438944"/>
                  <a:pt x="583486" y="440039"/>
                  <a:pt x="581025" y="440531"/>
                </a:cubicBezTo>
                <a:cubicBezTo>
                  <a:pt x="577056" y="441325"/>
                  <a:pt x="573024" y="441848"/>
                  <a:pt x="569119" y="442913"/>
                </a:cubicBezTo>
                <a:cubicBezTo>
                  <a:pt x="564276" y="444234"/>
                  <a:pt x="554832" y="447675"/>
                  <a:pt x="554832" y="447675"/>
                </a:cubicBezTo>
                <a:lnTo>
                  <a:pt x="540544" y="457200"/>
                </a:lnTo>
                <a:lnTo>
                  <a:pt x="550069" y="469106"/>
                </a:lnTo>
                <a:cubicBezTo>
                  <a:pt x="546100" y="474662"/>
                  <a:pt x="541400" y="479763"/>
                  <a:pt x="538163" y="485775"/>
                </a:cubicBezTo>
                <a:cubicBezTo>
                  <a:pt x="535783" y="490195"/>
                  <a:pt x="536185" y="495886"/>
                  <a:pt x="533400" y="500063"/>
                </a:cubicBezTo>
                <a:lnTo>
                  <a:pt x="528638" y="507206"/>
                </a:lnTo>
                <a:cubicBezTo>
                  <a:pt x="527844" y="511175"/>
                  <a:pt x="526257" y="515065"/>
                  <a:pt x="526257" y="519113"/>
                </a:cubicBezTo>
                <a:cubicBezTo>
                  <a:pt x="526257" y="599995"/>
                  <a:pt x="519813" y="578364"/>
                  <a:pt x="531019" y="611981"/>
                </a:cubicBezTo>
                <a:cubicBezTo>
                  <a:pt x="532481" y="620755"/>
                  <a:pt x="533781" y="629503"/>
                  <a:pt x="535782" y="638175"/>
                </a:cubicBezTo>
                <a:cubicBezTo>
                  <a:pt x="542899" y="669012"/>
                  <a:pt x="538595" y="645529"/>
                  <a:pt x="542925" y="671513"/>
                </a:cubicBezTo>
                <a:cubicBezTo>
                  <a:pt x="543719" y="685800"/>
                  <a:pt x="545307" y="700066"/>
                  <a:pt x="545307" y="714375"/>
                </a:cubicBezTo>
                <a:cubicBezTo>
                  <a:pt x="545307" y="724724"/>
                  <a:pt x="544209" y="735062"/>
                  <a:pt x="542925" y="745331"/>
                </a:cubicBezTo>
                <a:cubicBezTo>
                  <a:pt x="542614" y="747822"/>
                  <a:pt x="540544" y="752475"/>
                  <a:pt x="540544" y="752475"/>
                </a:cubicBezTo>
                <a:lnTo>
                  <a:pt x="476250" y="754856"/>
                </a:lnTo>
                <a:lnTo>
                  <a:pt x="426244" y="740569"/>
                </a:lnTo>
                <a:lnTo>
                  <a:pt x="397669" y="726281"/>
                </a:lnTo>
                <a:lnTo>
                  <a:pt x="383382" y="688181"/>
                </a:lnTo>
                <a:lnTo>
                  <a:pt x="381000" y="492919"/>
                </a:lnTo>
                <a:lnTo>
                  <a:pt x="371475" y="466725"/>
                </a:lnTo>
                <a:lnTo>
                  <a:pt x="273844" y="369094"/>
                </a:lnTo>
                <a:lnTo>
                  <a:pt x="223838" y="345281"/>
                </a:lnTo>
                <a:lnTo>
                  <a:pt x="64294" y="245269"/>
                </a:lnTo>
                <a:lnTo>
                  <a:pt x="0" y="152400"/>
                </a:lnTo>
                <a:lnTo>
                  <a:pt x="0" y="102394"/>
                </a:lnTo>
                <a:lnTo>
                  <a:pt x="2382" y="61913"/>
                </a:lnTo>
                <a:cubicBezTo>
                  <a:pt x="5089" y="56498"/>
                  <a:pt x="11234" y="42242"/>
                  <a:pt x="16669" y="35719"/>
                </a:cubicBezTo>
                <a:cubicBezTo>
                  <a:pt x="18825" y="33132"/>
                  <a:pt x="23813" y="28575"/>
                  <a:pt x="42863" y="0"/>
                </a:cubicBez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6138863" y="3552825"/>
            <a:ext cx="195262" cy="373856"/>
          </a:xfrm>
          <a:custGeom>
            <a:avLst/>
            <a:gdLst>
              <a:gd name="connsiteX0" fmla="*/ 0 w 195262"/>
              <a:gd name="connsiteY0" fmla="*/ 202406 h 373856"/>
              <a:gd name="connsiteX1" fmla="*/ 0 w 195262"/>
              <a:gd name="connsiteY1" fmla="*/ 202406 h 373856"/>
              <a:gd name="connsiteX2" fmla="*/ 16668 w 195262"/>
              <a:gd name="connsiteY2" fmla="*/ 178594 h 373856"/>
              <a:gd name="connsiteX3" fmla="*/ 26193 w 195262"/>
              <a:gd name="connsiteY3" fmla="*/ 150019 h 373856"/>
              <a:gd name="connsiteX4" fmla="*/ 28575 w 195262"/>
              <a:gd name="connsiteY4" fmla="*/ 142875 h 373856"/>
              <a:gd name="connsiteX5" fmla="*/ 30956 w 195262"/>
              <a:gd name="connsiteY5" fmla="*/ 135731 h 373856"/>
              <a:gd name="connsiteX6" fmla="*/ 35718 w 195262"/>
              <a:gd name="connsiteY6" fmla="*/ 128588 h 373856"/>
              <a:gd name="connsiteX7" fmla="*/ 40481 w 195262"/>
              <a:gd name="connsiteY7" fmla="*/ 109538 h 373856"/>
              <a:gd name="connsiteX8" fmla="*/ 38100 w 195262"/>
              <a:gd name="connsiteY8" fmla="*/ 52388 h 373856"/>
              <a:gd name="connsiteX9" fmla="*/ 195262 w 195262"/>
              <a:gd name="connsiteY9" fmla="*/ 0 h 373856"/>
              <a:gd name="connsiteX10" fmla="*/ 140493 w 195262"/>
              <a:gd name="connsiteY10" fmla="*/ 223838 h 373856"/>
              <a:gd name="connsiteX11" fmla="*/ 100012 w 195262"/>
              <a:gd name="connsiteY11" fmla="*/ 311944 h 373856"/>
              <a:gd name="connsiteX12" fmla="*/ 40481 w 195262"/>
              <a:gd name="connsiteY12" fmla="*/ 369094 h 373856"/>
              <a:gd name="connsiteX13" fmla="*/ 19050 w 195262"/>
              <a:gd name="connsiteY13" fmla="*/ 373856 h 373856"/>
              <a:gd name="connsiteX14" fmla="*/ 0 w 195262"/>
              <a:gd name="connsiteY14" fmla="*/ 202406 h 37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5262" h="373856">
                <a:moveTo>
                  <a:pt x="0" y="202406"/>
                </a:moveTo>
                <a:lnTo>
                  <a:pt x="0" y="202406"/>
                </a:lnTo>
                <a:cubicBezTo>
                  <a:pt x="5556" y="194469"/>
                  <a:pt x="13604" y="187785"/>
                  <a:pt x="16668" y="178594"/>
                </a:cubicBezTo>
                <a:lnTo>
                  <a:pt x="26193" y="150019"/>
                </a:lnTo>
                <a:lnTo>
                  <a:pt x="28575" y="142875"/>
                </a:lnTo>
                <a:cubicBezTo>
                  <a:pt x="29369" y="140494"/>
                  <a:pt x="29564" y="137820"/>
                  <a:pt x="30956" y="135731"/>
                </a:cubicBezTo>
                <a:cubicBezTo>
                  <a:pt x="32543" y="133350"/>
                  <a:pt x="34438" y="131147"/>
                  <a:pt x="35718" y="128588"/>
                </a:cubicBezTo>
                <a:cubicBezTo>
                  <a:pt x="38161" y="123703"/>
                  <a:pt x="39574" y="114072"/>
                  <a:pt x="40481" y="109538"/>
                </a:cubicBezTo>
                <a:cubicBezTo>
                  <a:pt x="39687" y="90488"/>
                  <a:pt x="38100" y="52388"/>
                  <a:pt x="38100" y="52388"/>
                </a:cubicBezTo>
                <a:lnTo>
                  <a:pt x="195262" y="0"/>
                </a:lnTo>
                <a:lnTo>
                  <a:pt x="140493" y="223838"/>
                </a:lnTo>
                <a:lnTo>
                  <a:pt x="100012" y="311944"/>
                </a:lnTo>
                <a:lnTo>
                  <a:pt x="40481" y="369094"/>
                </a:lnTo>
                <a:lnTo>
                  <a:pt x="19050" y="373856"/>
                </a:lnTo>
                <a:lnTo>
                  <a:pt x="0" y="202406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5655469" y="3057525"/>
            <a:ext cx="476250" cy="278606"/>
          </a:xfrm>
          <a:custGeom>
            <a:avLst/>
            <a:gdLst>
              <a:gd name="connsiteX0" fmla="*/ 0 w 476250"/>
              <a:gd name="connsiteY0" fmla="*/ 116681 h 278606"/>
              <a:gd name="connsiteX1" fmla="*/ 42862 w 476250"/>
              <a:gd name="connsiteY1" fmla="*/ 47625 h 278606"/>
              <a:gd name="connsiteX2" fmla="*/ 161925 w 476250"/>
              <a:gd name="connsiteY2" fmla="*/ 11906 h 278606"/>
              <a:gd name="connsiteX3" fmla="*/ 297656 w 476250"/>
              <a:gd name="connsiteY3" fmla="*/ 0 h 278606"/>
              <a:gd name="connsiteX4" fmla="*/ 369094 w 476250"/>
              <a:gd name="connsiteY4" fmla="*/ 2381 h 278606"/>
              <a:gd name="connsiteX5" fmla="*/ 457200 w 476250"/>
              <a:gd name="connsiteY5" fmla="*/ 11906 h 278606"/>
              <a:gd name="connsiteX6" fmla="*/ 476250 w 476250"/>
              <a:gd name="connsiteY6" fmla="*/ 47625 h 278606"/>
              <a:gd name="connsiteX7" fmla="*/ 469106 w 476250"/>
              <a:gd name="connsiteY7" fmla="*/ 69056 h 278606"/>
              <a:gd name="connsiteX8" fmla="*/ 469106 w 476250"/>
              <a:gd name="connsiteY8" fmla="*/ 85725 h 278606"/>
              <a:gd name="connsiteX9" fmla="*/ 440531 w 476250"/>
              <a:gd name="connsiteY9" fmla="*/ 85725 h 278606"/>
              <a:gd name="connsiteX10" fmla="*/ 428625 w 476250"/>
              <a:gd name="connsiteY10" fmla="*/ 123825 h 278606"/>
              <a:gd name="connsiteX11" fmla="*/ 428625 w 476250"/>
              <a:gd name="connsiteY11" fmla="*/ 159544 h 278606"/>
              <a:gd name="connsiteX12" fmla="*/ 442912 w 476250"/>
              <a:gd name="connsiteY12" fmla="*/ 171450 h 278606"/>
              <a:gd name="connsiteX13" fmla="*/ 457200 w 476250"/>
              <a:gd name="connsiteY13" fmla="*/ 180975 h 278606"/>
              <a:gd name="connsiteX14" fmla="*/ 469106 w 476250"/>
              <a:gd name="connsiteY14" fmla="*/ 180975 h 278606"/>
              <a:gd name="connsiteX15" fmla="*/ 459581 w 476250"/>
              <a:gd name="connsiteY15" fmla="*/ 247650 h 278606"/>
              <a:gd name="connsiteX16" fmla="*/ 445294 w 476250"/>
              <a:gd name="connsiteY16" fmla="*/ 261938 h 278606"/>
              <a:gd name="connsiteX17" fmla="*/ 433387 w 476250"/>
              <a:gd name="connsiteY17" fmla="*/ 278606 h 278606"/>
              <a:gd name="connsiteX18" fmla="*/ 416719 w 476250"/>
              <a:gd name="connsiteY18" fmla="*/ 264319 h 278606"/>
              <a:gd name="connsiteX19" fmla="*/ 409575 w 476250"/>
              <a:gd name="connsiteY19" fmla="*/ 245269 h 278606"/>
              <a:gd name="connsiteX20" fmla="*/ 395287 w 476250"/>
              <a:gd name="connsiteY20" fmla="*/ 207169 h 278606"/>
              <a:gd name="connsiteX21" fmla="*/ 381000 w 476250"/>
              <a:gd name="connsiteY21" fmla="*/ 190500 h 278606"/>
              <a:gd name="connsiteX22" fmla="*/ 376237 w 476250"/>
              <a:gd name="connsiteY22" fmla="*/ 183356 h 278606"/>
              <a:gd name="connsiteX23" fmla="*/ 369094 w 476250"/>
              <a:gd name="connsiteY23" fmla="*/ 178594 h 278606"/>
              <a:gd name="connsiteX24" fmla="*/ 357187 w 476250"/>
              <a:gd name="connsiteY24" fmla="*/ 164306 h 278606"/>
              <a:gd name="connsiteX25" fmla="*/ 326231 w 476250"/>
              <a:gd name="connsiteY25" fmla="*/ 157163 h 278606"/>
              <a:gd name="connsiteX26" fmla="*/ 319087 w 476250"/>
              <a:gd name="connsiteY26" fmla="*/ 154781 h 278606"/>
              <a:gd name="connsiteX27" fmla="*/ 278606 w 476250"/>
              <a:gd name="connsiteY27" fmla="*/ 150019 h 278606"/>
              <a:gd name="connsiteX28" fmla="*/ 259556 w 476250"/>
              <a:gd name="connsiteY28" fmla="*/ 145256 h 278606"/>
              <a:gd name="connsiteX29" fmla="*/ 235744 w 476250"/>
              <a:gd name="connsiteY29" fmla="*/ 142875 h 278606"/>
              <a:gd name="connsiteX30" fmla="*/ 190500 w 476250"/>
              <a:gd name="connsiteY30" fmla="*/ 138113 h 278606"/>
              <a:gd name="connsiteX31" fmla="*/ 111919 w 476250"/>
              <a:gd name="connsiteY31" fmla="*/ 140494 h 278606"/>
              <a:gd name="connsiteX32" fmla="*/ 97631 w 476250"/>
              <a:gd name="connsiteY32" fmla="*/ 145256 h 278606"/>
              <a:gd name="connsiteX33" fmla="*/ 78581 w 476250"/>
              <a:gd name="connsiteY33" fmla="*/ 150019 h 278606"/>
              <a:gd name="connsiteX34" fmla="*/ 57150 w 476250"/>
              <a:gd name="connsiteY34" fmla="*/ 161925 h 278606"/>
              <a:gd name="connsiteX35" fmla="*/ 50006 w 476250"/>
              <a:gd name="connsiteY35" fmla="*/ 166688 h 278606"/>
              <a:gd name="connsiteX36" fmla="*/ 42862 w 476250"/>
              <a:gd name="connsiteY36" fmla="*/ 169069 h 278606"/>
              <a:gd name="connsiteX37" fmla="*/ 0 w 476250"/>
              <a:gd name="connsiteY37" fmla="*/ 116681 h 278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76250" h="278606">
                <a:moveTo>
                  <a:pt x="0" y="116681"/>
                </a:moveTo>
                <a:lnTo>
                  <a:pt x="42862" y="47625"/>
                </a:lnTo>
                <a:lnTo>
                  <a:pt x="161925" y="11906"/>
                </a:lnTo>
                <a:lnTo>
                  <a:pt x="297656" y="0"/>
                </a:lnTo>
                <a:lnTo>
                  <a:pt x="369094" y="2381"/>
                </a:lnTo>
                <a:lnTo>
                  <a:pt x="457200" y="11906"/>
                </a:lnTo>
                <a:lnTo>
                  <a:pt x="476250" y="47625"/>
                </a:lnTo>
                <a:lnTo>
                  <a:pt x="469106" y="69056"/>
                </a:lnTo>
                <a:lnTo>
                  <a:pt x="469106" y="85725"/>
                </a:lnTo>
                <a:lnTo>
                  <a:pt x="440531" y="85725"/>
                </a:lnTo>
                <a:lnTo>
                  <a:pt x="428625" y="123825"/>
                </a:lnTo>
                <a:lnTo>
                  <a:pt x="428625" y="159544"/>
                </a:lnTo>
                <a:lnTo>
                  <a:pt x="442912" y="171450"/>
                </a:lnTo>
                <a:lnTo>
                  <a:pt x="457200" y="180975"/>
                </a:lnTo>
                <a:lnTo>
                  <a:pt x="469106" y="180975"/>
                </a:lnTo>
                <a:lnTo>
                  <a:pt x="459581" y="247650"/>
                </a:lnTo>
                <a:lnTo>
                  <a:pt x="445294" y="261938"/>
                </a:lnTo>
                <a:lnTo>
                  <a:pt x="433387" y="278606"/>
                </a:lnTo>
                <a:lnTo>
                  <a:pt x="416719" y="264319"/>
                </a:lnTo>
                <a:lnTo>
                  <a:pt x="409575" y="245269"/>
                </a:lnTo>
                <a:lnTo>
                  <a:pt x="395287" y="207169"/>
                </a:lnTo>
                <a:cubicBezTo>
                  <a:pt x="390525" y="201613"/>
                  <a:pt x="385571" y="196214"/>
                  <a:pt x="381000" y="190500"/>
                </a:cubicBezTo>
                <a:cubicBezTo>
                  <a:pt x="379212" y="188265"/>
                  <a:pt x="378261" y="185380"/>
                  <a:pt x="376237" y="183356"/>
                </a:cubicBezTo>
                <a:cubicBezTo>
                  <a:pt x="374214" y="181333"/>
                  <a:pt x="371475" y="180181"/>
                  <a:pt x="369094" y="178594"/>
                </a:cubicBezTo>
                <a:cubicBezTo>
                  <a:pt x="366130" y="174148"/>
                  <a:pt x="362040" y="167002"/>
                  <a:pt x="357187" y="164306"/>
                </a:cubicBezTo>
                <a:cubicBezTo>
                  <a:pt x="348136" y="159278"/>
                  <a:pt x="336062" y="158567"/>
                  <a:pt x="326231" y="157163"/>
                </a:cubicBezTo>
                <a:cubicBezTo>
                  <a:pt x="323850" y="156369"/>
                  <a:pt x="321522" y="155390"/>
                  <a:pt x="319087" y="154781"/>
                </a:cubicBezTo>
                <a:cubicBezTo>
                  <a:pt x="304196" y="151058"/>
                  <a:pt x="296129" y="151479"/>
                  <a:pt x="278606" y="150019"/>
                </a:cubicBezTo>
                <a:cubicBezTo>
                  <a:pt x="270596" y="147349"/>
                  <a:pt x="269129" y="146533"/>
                  <a:pt x="259556" y="145256"/>
                </a:cubicBezTo>
                <a:cubicBezTo>
                  <a:pt x="251649" y="144202"/>
                  <a:pt x="243672" y="143756"/>
                  <a:pt x="235744" y="142875"/>
                </a:cubicBezTo>
                <a:cubicBezTo>
                  <a:pt x="188920" y="137673"/>
                  <a:pt x="249199" y="143449"/>
                  <a:pt x="190500" y="138113"/>
                </a:cubicBezTo>
                <a:cubicBezTo>
                  <a:pt x="164306" y="138907"/>
                  <a:pt x="138048" y="138484"/>
                  <a:pt x="111919" y="140494"/>
                </a:cubicBezTo>
                <a:cubicBezTo>
                  <a:pt x="106914" y="140879"/>
                  <a:pt x="102554" y="144271"/>
                  <a:pt x="97631" y="145256"/>
                </a:cubicBezTo>
                <a:cubicBezTo>
                  <a:pt x="94337" y="145915"/>
                  <a:pt x="82697" y="147732"/>
                  <a:pt x="78581" y="150019"/>
                </a:cubicBezTo>
                <a:cubicBezTo>
                  <a:pt x="54017" y="163665"/>
                  <a:pt x="73315" y="156537"/>
                  <a:pt x="57150" y="161925"/>
                </a:cubicBezTo>
                <a:cubicBezTo>
                  <a:pt x="54769" y="163513"/>
                  <a:pt x="52566" y="165408"/>
                  <a:pt x="50006" y="166688"/>
                </a:cubicBezTo>
                <a:cubicBezTo>
                  <a:pt x="47761" y="167811"/>
                  <a:pt x="42862" y="169069"/>
                  <a:pt x="42862" y="169069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6286500" y="3067050"/>
            <a:ext cx="426244" cy="261938"/>
          </a:xfrm>
          <a:custGeom>
            <a:avLst/>
            <a:gdLst>
              <a:gd name="connsiteX0" fmla="*/ 0 w 426244"/>
              <a:gd name="connsiteY0" fmla="*/ 261938 h 261938"/>
              <a:gd name="connsiteX1" fmla="*/ 4763 w 426244"/>
              <a:gd name="connsiteY1" fmla="*/ 188119 h 261938"/>
              <a:gd name="connsiteX2" fmla="*/ 33338 w 426244"/>
              <a:gd name="connsiteY2" fmla="*/ 100013 h 261938"/>
              <a:gd name="connsiteX3" fmla="*/ 28575 w 426244"/>
              <a:gd name="connsiteY3" fmla="*/ 76200 h 261938"/>
              <a:gd name="connsiteX4" fmla="*/ 109538 w 426244"/>
              <a:gd name="connsiteY4" fmla="*/ 100013 h 261938"/>
              <a:gd name="connsiteX5" fmla="*/ 111919 w 426244"/>
              <a:gd name="connsiteY5" fmla="*/ 69056 h 261938"/>
              <a:gd name="connsiteX6" fmla="*/ 107156 w 426244"/>
              <a:gd name="connsiteY6" fmla="*/ 11906 h 261938"/>
              <a:gd name="connsiteX7" fmla="*/ 107156 w 426244"/>
              <a:gd name="connsiteY7" fmla="*/ 0 h 261938"/>
              <a:gd name="connsiteX8" fmla="*/ 238125 w 426244"/>
              <a:gd name="connsiteY8" fmla="*/ 21431 h 261938"/>
              <a:gd name="connsiteX9" fmla="*/ 309563 w 426244"/>
              <a:gd name="connsiteY9" fmla="*/ 47625 h 261938"/>
              <a:gd name="connsiteX10" fmla="*/ 376238 w 426244"/>
              <a:gd name="connsiteY10" fmla="*/ 76200 h 261938"/>
              <a:gd name="connsiteX11" fmla="*/ 404813 w 426244"/>
              <a:gd name="connsiteY11" fmla="*/ 104775 h 261938"/>
              <a:gd name="connsiteX12" fmla="*/ 426244 w 426244"/>
              <a:gd name="connsiteY12" fmla="*/ 145256 h 261938"/>
              <a:gd name="connsiteX13" fmla="*/ 359569 w 426244"/>
              <a:gd name="connsiteY13" fmla="*/ 202406 h 261938"/>
              <a:gd name="connsiteX14" fmla="*/ 340519 w 426244"/>
              <a:gd name="connsiteY14" fmla="*/ 183356 h 261938"/>
              <a:gd name="connsiteX15" fmla="*/ 250031 w 426244"/>
              <a:gd name="connsiteY15" fmla="*/ 204788 h 261938"/>
              <a:gd name="connsiteX16" fmla="*/ 219075 w 426244"/>
              <a:gd name="connsiteY16" fmla="*/ 230981 h 261938"/>
              <a:gd name="connsiteX17" fmla="*/ 202406 w 426244"/>
              <a:gd name="connsiteY17" fmla="*/ 257175 h 261938"/>
              <a:gd name="connsiteX18" fmla="*/ 0 w 426244"/>
              <a:gd name="connsiteY18" fmla="*/ 261938 h 261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26244" h="261938">
                <a:moveTo>
                  <a:pt x="0" y="261938"/>
                </a:moveTo>
                <a:lnTo>
                  <a:pt x="4763" y="188119"/>
                </a:lnTo>
                <a:lnTo>
                  <a:pt x="33338" y="100013"/>
                </a:lnTo>
                <a:lnTo>
                  <a:pt x="28575" y="76200"/>
                </a:lnTo>
                <a:lnTo>
                  <a:pt x="109538" y="100013"/>
                </a:lnTo>
                <a:lnTo>
                  <a:pt x="111919" y="69056"/>
                </a:lnTo>
                <a:lnTo>
                  <a:pt x="107156" y="11906"/>
                </a:lnTo>
                <a:lnTo>
                  <a:pt x="107156" y="0"/>
                </a:lnTo>
                <a:lnTo>
                  <a:pt x="238125" y="21431"/>
                </a:lnTo>
                <a:lnTo>
                  <a:pt x="309563" y="47625"/>
                </a:lnTo>
                <a:lnTo>
                  <a:pt x="376238" y="76200"/>
                </a:lnTo>
                <a:lnTo>
                  <a:pt x="404813" y="104775"/>
                </a:lnTo>
                <a:lnTo>
                  <a:pt x="426244" y="145256"/>
                </a:lnTo>
                <a:lnTo>
                  <a:pt x="359569" y="202406"/>
                </a:lnTo>
                <a:lnTo>
                  <a:pt x="340519" y="183356"/>
                </a:lnTo>
                <a:lnTo>
                  <a:pt x="250031" y="204788"/>
                </a:lnTo>
                <a:lnTo>
                  <a:pt x="219075" y="230981"/>
                </a:lnTo>
                <a:lnTo>
                  <a:pt x="202406" y="257175"/>
                </a:lnTo>
                <a:lnTo>
                  <a:pt x="0" y="261938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5734050" y="4559300"/>
            <a:ext cx="387350" cy="1022350"/>
          </a:xfrm>
          <a:custGeom>
            <a:avLst/>
            <a:gdLst>
              <a:gd name="connsiteX0" fmla="*/ 76200 w 387350"/>
              <a:gd name="connsiteY0" fmla="*/ 984250 h 1022350"/>
              <a:gd name="connsiteX1" fmla="*/ 177800 w 387350"/>
              <a:gd name="connsiteY1" fmla="*/ 1022350 h 1022350"/>
              <a:gd name="connsiteX2" fmla="*/ 260350 w 387350"/>
              <a:gd name="connsiteY2" fmla="*/ 1009650 h 1022350"/>
              <a:gd name="connsiteX3" fmla="*/ 317500 w 387350"/>
              <a:gd name="connsiteY3" fmla="*/ 946150 h 1022350"/>
              <a:gd name="connsiteX4" fmla="*/ 330200 w 387350"/>
              <a:gd name="connsiteY4" fmla="*/ 742950 h 1022350"/>
              <a:gd name="connsiteX5" fmla="*/ 387350 w 387350"/>
              <a:gd name="connsiteY5" fmla="*/ 406400 h 1022350"/>
              <a:gd name="connsiteX6" fmla="*/ 381000 w 387350"/>
              <a:gd name="connsiteY6" fmla="*/ 203200 h 1022350"/>
              <a:gd name="connsiteX7" fmla="*/ 355600 w 387350"/>
              <a:gd name="connsiteY7" fmla="*/ 31750 h 1022350"/>
              <a:gd name="connsiteX8" fmla="*/ 355600 w 387350"/>
              <a:gd name="connsiteY8" fmla="*/ 0 h 1022350"/>
              <a:gd name="connsiteX9" fmla="*/ 228600 w 387350"/>
              <a:gd name="connsiteY9" fmla="*/ 63500 h 1022350"/>
              <a:gd name="connsiteX10" fmla="*/ 171450 w 387350"/>
              <a:gd name="connsiteY10" fmla="*/ 114300 h 1022350"/>
              <a:gd name="connsiteX11" fmla="*/ 31750 w 387350"/>
              <a:gd name="connsiteY11" fmla="*/ 95250 h 1022350"/>
              <a:gd name="connsiteX12" fmla="*/ 0 w 387350"/>
              <a:gd name="connsiteY12" fmla="*/ 69850 h 1022350"/>
              <a:gd name="connsiteX13" fmla="*/ 0 w 387350"/>
              <a:gd name="connsiteY13" fmla="*/ 69850 h 1022350"/>
              <a:gd name="connsiteX14" fmla="*/ 19050 w 387350"/>
              <a:gd name="connsiteY14" fmla="*/ 241300 h 1022350"/>
              <a:gd name="connsiteX15" fmla="*/ 50800 w 387350"/>
              <a:gd name="connsiteY15" fmla="*/ 457200 h 1022350"/>
              <a:gd name="connsiteX16" fmla="*/ 63500 w 387350"/>
              <a:gd name="connsiteY16" fmla="*/ 635000 h 1022350"/>
              <a:gd name="connsiteX17" fmla="*/ 88900 w 387350"/>
              <a:gd name="connsiteY17" fmla="*/ 723900 h 1022350"/>
              <a:gd name="connsiteX18" fmla="*/ 95250 w 387350"/>
              <a:gd name="connsiteY18" fmla="*/ 863600 h 1022350"/>
              <a:gd name="connsiteX19" fmla="*/ 76200 w 387350"/>
              <a:gd name="connsiteY19" fmla="*/ 984250 h 102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87350" h="1022350">
                <a:moveTo>
                  <a:pt x="76200" y="984250"/>
                </a:moveTo>
                <a:lnTo>
                  <a:pt x="177800" y="1022350"/>
                </a:lnTo>
                <a:lnTo>
                  <a:pt x="260350" y="1009650"/>
                </a:lnTo>
                <a:lnTo>
                  <a:pt x="317500" y="946150"/>
                </a:lnTo>
                <a:lnTo>
                  <a:pt x="330200" y="742950"/>
                </a:lnTo>
                <a:lnTo>
                  <a:pt x="387350" y="406400"/>
                </a:lnTo>
                <a:lnTo>
                  <a:pt x="381000" y="203200"/>
                </a:lnTo>
                <a:lnTo>
                  <a:pt x="355600" y="31750"/>
                </a:lnTo>
                <a:lnTo>
                  <a:pt x="355600" y="0"/>
                </a:lnTo>
                <a:lnTo>
                  <a:pt x="228600" y="63500"/>
                </a:lnTo>
                <a:lnTo>
                  <a:pt x="171450" y="114300"/>
                </a:lnTo>
                <a:cubicBezTo>
                  <a:pt x="154791" y="113259"/>
                  <a:pt x="63260" y="116257"/>
                  <a:pt x="31750" y="95250"/>
                </a:cubicBezTo>
                <a:cubicBezTo>
                  <a:pt x="7719" y="79229"/>
                  <a:pt x="18096" y="87946"/>
                  <a:pt x="0" y="69850"/>
                </a:cubicBezTo>
                <a:lnTo>
                  <a:pt x="0" y="69850"/>
                </a:lnTo>
                <a:lnTo>
                  <a:pt x="19050" y="241300"/>
                </a:lnTo>
                <a:lnTo>
                  <a:pt x="50800" y="457200"/>
                </a:lnTo>
                <a:lnTo>
                  <a:pt x="63500" y="635000"/>
                </a:lnTo>
                <a:lnTo>
                  <a:pt x="88900" y="723900"/>
                </a:lnTo>
                <a:lnTo>
                  <a:pt x="95250" y="863600"/>
                </a:lnTo>
                <a:lnTo>
                  <a:pt x="76200" y="984250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6242050" y="4641850"/>
            <a:ext cx="368300" cy="1003300"/>
          </a:xfrm>
          <a:custGeom>
            <a:avLst/>
            <a:gdLst>
              <a:gd name="connsiteX0" fmla="*/ 63500 w 368300"/>
              <a:gd name="connsiteY0" fmla="*/ 971550 h 1003300"/>
              <a:gd name="connsiteX1" fmla="*/ 69850 w 368300"/>
              <a:gd name="connsiteY1" fmla="*/ 692150 h 1003300"/>
              <a:gd name="connsiteX2" fmla="*/ 63500 w 368300"/>
              <a:gd name="connsiteY2" fmla="*/ 565150 h 1003300"/>
              <a:gd name="connsiteX3" fmla="*/ 12700 w 368300"/>
              <a:gd name="connsiteY3" fmla="*/ 311150 h 1003300"/>
              <a:gd name="connsiteX4" fmla="*/ 0 w 368300"/>
              <a:gd name="connsiteY4" fmla="*/ 82550 h 1003300"/>
              <a:gd name="connsiteX5" fmla="*/ 0 w 368300"/>
              <a:gd name="connsiteY5" fmla="*/ 0 h 1003300"/>
              <a:gd name="connsiteX6" fmla="*/ 152400 w 368300"/>
              <a:gd name="connsiteY6" fmla="*/ 76200 h 1003300"/>
              <a:gd name="connsiteX7" fmla="*/ 323850 w 368300"/>
              <a:gd name="connsiteY7" fmla="*/ 88900 h 1003300"/>
              <a:gd name="connsiteX8" fmla="*/ 355600 w 368300"/>
              <a:gd name="connsiteY8" fmla="*/ 44450 h 1003300"/>
              <a:gd name="connsiteX9" fmla="*/ 368300 w 368300"/>
              <a:gd name="connsiteY9" fmla="*/ 304800 h 1003300"/>
              <a:gd name="connsiteX10" fmla="*/ 336550 w 368300"/>
              <a:gd name="connsiteY10" fmla="*/ 571500 h 1003300"/>
              <a:gd name="connsiteX11" fmla="*/ 317500 w 368300"/>
              <a:gd name="connsiteY11" fmla="*/ 806450 h 1003300"/>
              <a:gd name="connsiteX12" fmla="*/ 298450 w 368300"/>
              <a:gd name="connsiteY12" fmla="*/ 965200 h 1003300"/>
              <a:gd name="connsiteX13" fmla="*/ 266700 w 368300"/>
              <a:gd name="connsiteY13" fmla="*/ 984250 h 1003300"/>
              <a:gd name="connsiteX14" fmla="*/ 209550 w 368300"/>
              <a:gd name="connsiteY14" fmla="*/ 1003300 h 1003300"/>
              <a:gd name="connsiteX15" fmla="*/ 133350 w 368300"/>
              <a:gd name="connsiteY15" fmla="*/ 990600 h 1003300"/>
              <a:gd name="connsiteX16" fmla="*/ 63500 w 368300"/>
              <a:gd name="connsiteY16" fmla="*/ 971550 h 10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8300" h="1003300">
                <a:moveTo>
                  <a:pt x="63500" y="971550"/>
                </a:moveTo>
                <a:lnTo>
                  <a:pt x="69850" y="692150"/>
                </a:lnTo>
                <a:lnTo>
                  <a:pt x="63500" y="565150"/>
                </a:lnTo>
                <a:lnTo>
                  <a:pt x="12700" y="311150"/>
                </a:lnTo>
                <a:lnTo>
                  <a:pt x="0" y="82550"/>
                </a:lnTo>
                <a:lnTo>
                  <a:pt x="0" y="0"/>
                </a:lnTo>
                <a:lnTo>
                  <a:pt x="152400" y="76200"/>
                </a:lnTo>
                <a:lnTo>
                  <a:pt x="323850" y="88900"/>
                </a:lnTo>
                <a:lnTo>
                  <a:pt x="355600" y="44450"/>
                </a:lnTo>
                <a:lnTo>
                  <a:pt x="368300" y="304800"/>
                </a:lnTo>
                <a:lnTo>
                  <a:pt x="336550" y="571500"/>
                </a:lnTo>
                <a:lnTo>
                  <a:pt x="317500" y="806450"/>
                </a:lnTo>
                <a:lnTo>
                  <a:pt x="298450" y="965200"/>
                </a:lnTo>
                <a:lnTo>
                  <a:pt x="266700" y="984250"/>
                </a:lnTo>
                <a:lnTo>
                  <a:pt x="209550" y="1003300"/>
                </a:lnTo>
                <a:lnTo>
                  <a:pt x="133350" y="990600"/>
                </a:lnTo>
                <a:lnTo>
                  <a:pt x="63500" y="971550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66275" y="3170784"/>
            <a:ext cx="524825" cy="524916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1,2</a:t>
            </a:r>
          </a:p>
        </p:txBody>
      </p:sp>
      <p:cxnSp>
        <p:nvCxnSpPr>
          <p:cNvPr id="19" name="Straight Arrow Connector 18"/>
          <p:cNvCxnSpPr>
            <a:stCxn id="17" idx="6"/>
          </p:cNvCxnSpPr>
          <p:nvPr/>
        </p:nvCxnSpPr>
        <p:spPr>
          <a:xfrm>
            <a:off x="4991100" y="3433242"/>
            <a:ext cx="1093708" cy="17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2" idx="6"/>
          </p:cNvCxnSpPr>
          <p:nvPr/>
        </p:nvCxnSpPr>
        <p:spPr>
          <a:xfrm>
            <a:off x="4248150" y="3604692"/>
            <a:ext cx="1583531" cy="33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723325" y="3342234"/>
            <a:ext cx="524825" cy="524916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16,17</a:t>
            </a:r>
          </a:p>
        </p:txBody>
      </p:sp>
      <p:sp>
        <p:nvSpPr>
          <p:cNvPr id="27" name="Oval 26"/>
          <p:cNvSpPr/>
          <p:nvPr/>
        </p:nvSpPr>
        <p:spPr>
          <a:xfrm>
            <a:off x="8022431" y="3406788"/>
            <a:ext cx="524825" cy="524916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12,13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6468665" y="3695700"/>
            <a:ext cx="15421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120629" y="2859771"/>
            <a:ext cx="524825" cy="524916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cxnSp>
        <p:nvCxnSpPr>
          <p:cNvPr id="31" name="Straight Arrow Connector 30"/>
          <p:cNvCxnSpPr>
            <a:stCxn id="30" idx="6"/>
          </p:cNvCxnSpPr>
          <p:nvPr/>
        </p:nvCxnSpPr>
        <p:spPr>
          <a:xfrm>
            <a:off x="3645454" y="3122229"/>
            <a:ext cx="2493409" cy="22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266252" y="4428084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36" name="Oval 35"/>
          <p:cNvSpPr/>
          <p:nvPr/>
        </p:nvSpPr>
        <p:spPr>
          <a:xfrm>
            <a:off x="8051006" y="4422254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6554390" y="4676775"/>
            <a:ext cx="15421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4733925" y="4633392"/>
            <a:ext cx="1093708" cy="17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285302" y="5466309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752975" y="5671617"/>
            <a:ext cx="1093708" cy="17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927181" y="5479529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6430565" y="5734050"/>
            <a:ext cx="15421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2485270" y="1673498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2952944" y="1959863"/>
            <a:ext cx="640080" cy="2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9908381" y="2025129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 flipV="1">
            <a:off x="9097565" y="2279650"/>
            <a:ext cx="810816" cy="13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485270" y="2179458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cxnSp>
        <p:nvCxnSpPr>
          <p:cNvPr id="65" name="Straight Connector 64"/>
          <p:cNvCxnSpPr>
            <a:stCxn id="51" idx="6"/>
          </p:cNvCxnSpPr>
          <p:nvPr/>
        </p:nvCxnSpPr>
        <p:spPr>
          <a:xfrm flipV="1">
            <a:off x="2952944" y="2399053"/>
            <a:ext cx="129520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4248150" y="2018985"/>
            <a:ext cx="18102" cy="380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2485270" y="2640175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cxnSp>
        <p:nvCxnSpPr>
          <p:cNvPr id="71" name="Straight Connector 70"/>
          <p:cNvCxnSpPr/>
          <p:nvPr/>
        </p:nvCxnSpPr>
        <p:spPr>
          <a:xfrm>
            <a:off x="2952944" y="2788964"/>
            <a:ext cx="2201270" cy="33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5154214" y="2069904"/>
            <a:ext cx="123" cy="752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9896786" y="2534172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1" name="Oval 80"/>
          <p:cNvSpPr/>
          <p:nvPr/>
        </p:nvSpPr>
        <p:spPr>
          <a:xfrm>
            <a:off x="9909327" y="3097372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cxnSp>
        <p:nvCxnSpPr>
          <p:cNvPr id="83" name="Straight Connector 82"/>
          <p:cNvCxnSpPr/>
          <p:nvPr/>
        </p:nvCxnSpPr>
        <p:spPr>
          <a:xfrm>
            <a:off x="8132317" y="2768230"/>
            <a:ext cx="1757152" cy="238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7081838" y="3259396"/>
            <a:ext cx="2834876" cy="33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H="1" flipV="1">
            <a:off x="7084768" y="2195346"/>
            <a:ext cx="8973" cy="1064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V="1">
            <a:off x="8132317" y="2225252"/>
            <a:ext cx="123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6869422" y="1463003"/>
            <a:ext cx="467674" cy="439191"/>
          </a:xfrm>
          <a:prstGeom prst="ellipse">
            <a:avLst/>
          </a:prstGeom>
          <a:solidFill>
            <a:srgbClr val="5B9BD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95" name="Straight Arrow Connector 94"/>
          <p:cNvCxnSpPr/>
          <p:nvPr/>
        </p:nvCxnSpPr>
        <p:spPr>
          <a:xfrm flipH="1">
            <a:off x="6320553" y="1746102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2405443" y="978286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cxnSp>
        <p:nvCxnSpPr>
          <p:cNvPr id="97" name="Straight Connector 96"/>
          <p:cNvCxnSpPr/>
          <p:nvPr/>
        </p:nvCxnSpPr>
        <p:spPr>
          <a:xfrm>
            <a:off x="2858603" y="1141589"/>
            <a:ext cx="2011680" cy="3374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4861210" y="1172282"/>
            <a:ext cx="9073" cy="6789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9889469" y="1022248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cxnSp>
        <p:nvCxnSpPr>
          <p:cNvPr id="101" name="Straight Connector 100"/>
          <p:cNvCxnSpPr/>
          <p:nvPr/>
        </p:nvCxnSpPr>
        <p:spPr>
          <a:xfrm>
            <a:off x="7422656" y="1233580"/>
            <a:ext cx="2474130" cy="566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7422656" y="1234152"/>
            <a:ext cx="0" cy="77568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7353147" y="2432597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07" name="Straight Arrow Connector 106"/>
          <p:cNvCxnSpPr/>
          <p:nvPr/>
        </p:nvCxnSpPr>
        <p:spPr>
          <a:xfrm flipH="1">
            <a:off x="6372225" y="2618649"/>
            <a:ext cx="999888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8712047" y="3169197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109" name="Straight Arrow Connector 108"/>
          <p:cNvCxnSpPr/>
          <p:nvPr/>
        </p:nvCxnSpPr>
        <p:spPr>
          <a:xfrm flipH="1" flipV="1">
            <a:off x="6753225" y="3336131"/>
            <a:ext cx="1977788" cy="1911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8661246" y="5092344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13" name="Straight Arrow Connector 112"/>
          <p:cNvCxnSpPr/>
          <p:nvPr/>
        </p:nvCxnSpPr>
        <p:spPr>
          <a:xfrm flipH="1">
            <a:off x="6594873" y="5278396"/>
            <a:ext cx="2085339" cy="114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3216339" y="5092344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3690173" y="5307964"/>
            <a:ext cx="2085339" cy="114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427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1" r="30246" b="6949"/>
          <a:stretch/>
        </p:blipFill>
        <p:spPr>
          <a:xfrm>
            <a:off x="1446521" y="51179"/>
            <a:ext cx="9075903" cy="6806821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672013" y="1788319"/>
            <a:ext cx="807243" cy="443044"/>
          </a:xfrm>
          <a:custGeom>
            <a:avLst/>
            <a:gdLst>
              <a:gd name="connsiteX0" fmla="*/ 352425 w 807243"/>
              <a:gd name="connsiteY0" fmla="*/ 335756 h 443044"/>
              <a:gd name="connsiteX1" fmla="*/ 57150 w 807243"/>
              <a:gd name="connsiteY1" fmla="*/ 323850 h 443044"/>
              <a:gd name="connsiteX2" fmla="*/ 57150 w 807243"/>
              <a:gd name="connsiteY2" fmla="*/ 323850 h 443044"/>
              <a:gd name="connsiteX3" fmla="*/ 40481 w 807243"/>
              <a:gd name="connsiteY3" fmla="*/ 309562 h 443044"/>
              <a:gd name="connsiteX4" fmla="*/ 33337 w 807243"/>
              <a:gd name="connsiteY4" fmla="*/ 304800 h 443044"/>
              <a:gd name="connsiteX5" fmla="*/ 28575 w 807243"/>
              <a:gd name="connsiteY5" fmla="*/ 297656 h 443044"/>
              <a:gd name="connsiteX6" fmla="*/ 21431 w 807243"/>
              <a:gd name="connsiteY6" fmla="*/ 290512 h 443044"/>
              <a:gd name="connsiteX7" fmla="*/ 11906 w 807243"/>
              <a:gd name="connsiteY7" fmla="*/ 276225 h 443044"/>
              <a:gd name="connsiteX8" fmla="*/ 7143 w 807243"/>
              <a:gd name="connsiteY8" fmla="*/ 269081 h 443044"/>
              <a:gd name="connsiteX9" fmla="*/ 4762 w 807243"/>
              <a:gd name="connsiteY9" fmla="*/ 259556 h 443044"/>
              <a:gd name="connsiteX10" fmla="*/ 0 w 807243"/>
              <a:gd name="connsiteY10" fmla="*/ 245269 h 443044"/>
              <a:gd name="connsiteX11" fmla="*/ 2381 w 807243"/>
              <a:gd name="connsiteY11" fmla="*/ 152400 h 443044"/>
              <a:gd name="connsiteX12" fmla="*/ 9525 w 807243"/>
              <a:gd name="connsiteY12" fmla="*/ 102394 h 443044"/>
              <a:gd name="connsiteX13" fmla="*/ 14287 w 807243"/>
              <a:gd name="connsiteY13" fmla="*/ 88106 h 443044"/>
              <a:gd name="connsiteX14" fmla="*/ 19050 w 807243"/>
              <a:gd name="connsiteY14" fmla="*/ 80962 h 443044"/>
              <a:gd name="connsiteX15" fmla="*/ 26193 w 807243"/>
              <a:gd name="connsiteY15" fmla="*/ 66675 h 443044"/>
              <a:gd name="connsiteX16" fmla="*/ 33337 w 807243"/>
              <a:gd name="connsiteY16" fmla="*/ 61912 h 443044"/>
              <a:gd name="connsiteX17" fmla="*/ 38100 w 807243"/>
              <a:gd name="connsiteY17" fmla="*/ 54769 h 443044"/>
              <a:gd name="connsiteX18" fmla="*/ 45243 w 807243"/>
              <a:gd name="connsiteY18" fmla="*/ 47625 h 443044"/>
              <a:gd name="connsiteX19" fmla="*/ 383381 w 807243"/>
              <a:gd name="connsiteY19" fmla="*/ 69056 h 443044"/>
              <a:gd name="connsiteX20" fmla="*/ 473868 w 807243"/>
              <a:gd name="connsiteY20" fmla="*/ 9525 h 443044"/>
              <a:gd name="connsiteX21" fmla="*/ 540543 w 807243"/>
              <a:gd name="connsiteY21" fmla="*/ 0 h 443044"/>
              <a:gd name="connsiteX22" fmla="*/ 704850 w 807243"/>
              <a:gd name="connsiteY22" fmla="*/ 0 h 443044"/>
              <a:gd name="connsiteX23" fmla="*/ 807243 w 807243"/>
              <a:gd name="connsiteY23" fmla="*/ 88106 h 443044"/>
              <a:gd name="connsiteX24" fmla="*/ 795337 w 807243"/>
              <a:gd name="connsiteY24" fmla="*/ 100012 h 443044"/>
              <a:gd name="connsiteX25" fmla="*/ 716756 w 807243"/>
              <a:gd name="connsiteY25" fmla="*/ 26194 h 443044"/>
              <a:gd name="connsiteX26" fmla="*/ 673893 w 807243"/>
              <a:gd name="connsiteY26" fmla="*/ 16669 h 443044"/>
              <a:gd name="connsiteX27" fmla="*/ 642937 w 807243"/>
              <a:gd name="connsiteY27" fmla="*/ 19050 h 443044"/>
              <a:gd name="connsiteX28" fmla="*/ 628650 w 807243"/>
              <a:gd name="connsiteY28" fmla="*/ 19050 h 443044"/>
              <a:gd name="connsiteX29" fmla="*/ 497681 w 807243"/>
              <a:gd name="connsiteY29" fmla="*/ 111919 h 443044"/>
              <a:gd name="connsiteX30" fmla="*/ 497681 w 807243"/>
              <a:gd name="connsiteY30" fmla="*/ 111919 h 443044"/>
              <a:gd name="connsiteX31" fmla="*/ 533400 w 807243"/>
              <a:gd name="connsiteY31" fmla="*/ 114300 h 443044"/>
              <a:gd name="connsiteX32" fmla="*/ 547687 w 807243"/>
              <a:gd name="connsiteY32" fmla="*/ 119062 h 443044"/>
              <a:gd name="connsiteX33" fmla="*/ 561975 w 807243"/>
              <a:gd name="connsiteY33" fmla="*/ 128587 h 443044"/>
              <a:gd name="connsiteX34" fmla="*/ 569118 w 807243"/>
              <a:gd name="connsiteY34" fmla="*/ 133350 h 443044"/>
              <a:gd name="connsiteX35" fmla="*/ 588168 w 807243"/>
              <a:gd name="connsiteY35" fmla="*/ 150019 h 443044"/>
              <a:gd name="connsiteX36" fmla="*/ 595312 w 807243"/>
              <a:gd name="connsiteY36" fmla="*/ 154781 h 443044"/>
              <a:gd name="connsiteX37" fmla="*/ 602456 w 807243"/>
              <a:gd name="connsiteY37" fmla="*/ 159544 h 443044"/>
              <a:gd name="connsiteX38" fmla="*/ 609600 w 807243"/>
              <a:gd name="connsiteY38" fmla="*/ 161925 h 443044"/>
              <a:gd name="connsiteX39" fmla="*/ 621506 w 807243"/>
              <a:gd name="connsiteY39" fmla="*/ 171450 h 443044"/>
              <a:gd name="connsiteX40" fmla="*/ 626268 w 807243"/>
              <a:gd name="connsiteY40" fmla="*/ 178594 h 443044"/>
              <a:gd name="connsiteX41" fmla="*/ 633412 w 807243"/>
              <a:gd name="connsiteY41" fmla="*/ 183356 h 443044"/>
              <a:gd name="connsiteX42" fmla="*/ 642937 w 807243"/>
              <a:gd name="connsiteY42" fmla="*/ 204787 h 443044"/>
              <a:gd name="connsiteX43" fmla="*/ 645318 w 807243"/>
              <a:gd name="connsiteY43" fmla="*/ 211931 h 443044"/>
              <a:gd name="connsiteX44" fmla="*/ 650081 w 807243"/>
              <a:gd name="connsiteY44" fmla="*/ 242887 h 443044"/>
              <a:gd name="connsiteX45" fmla="*/ 652462 w 807243"/>
              <a:gd name="connsiteY45" fmla="*/ 254794 h 443044"/>
              <a:gd name="connsiteX46" fmla="*/ 654843 w 807243"/>
              <a:gd name="connsiteY46" fmla="*/ 264319 h 443044"/>
              <a:gd name="connsiteX47" fmla="*/ 659606 w 807243"/>
              <a:gd name="connsiteY47" fmla="*/ 278606 h 443044"/>
              <a:gd name="connsiteX48" fmla="*/ 654843 w 807243"/>
              <a:gd name="connsiteY48" fmla="*/ 319087 h 443044"/>
              <a:gd name="connsiteX49" fmla="*/ 652462 w 807243"/>
              <a:gd name="connsiteY49" fmla="*/ 330994 h 443044"/>
              <a:gd name="connsiteX50" fmla="*/ 647700 w 807243"/>
              <a:gd name="connsiteY50" fmla="*/ 338137 h 443044"/>
              <a:gd name="connsiteX51" fmla="*/ 642937 w 807243"/>
              <a:gd name="connsiteY51" fmla="*/ 352425 h 443044"/>
              <a:gd name="connsiteX52" fmla="*/ 638175 w 807243"/>
              <a:gd name="connsiteY52" fmla="*/ 359569 h 443044"/>
              <a:gd name="connsiteX53" fmla="*/ 633412 w 807243"/>
              <a:gd name="connsiteY53" fmla="*/ 373856 h 443044"/>
              <a:gd name="connsiteX54" fmla="*/ 619125 w 807243"/>
              <a:gd name="connsiteY54" fmla="*/ 395287 h 443044"/>
              <a:gd name="connsiteX55" fmla="*/ 607218 w 807243"/>
              <a:gd name="connsiteY55" fmla="*/ 409575 h 443044"/>
              <a:gd name="connsiteX56" fmla="*/ 602456 w 807243"/>
              <a:gd name="connsiteY56" fmla="*/ 416719 h 443044"/>
              <a:gd name="connsiteX57" fmla="*/ 588168 w 807243"/>
              <a:gd name="connsiteY57" fmla="*/ 426244 h 443044"/>
              <a:gd name="connsiteX58" fmla="*/ 581025 w 807243"/>
              <a:gd name="connsiteY58" fmla="*/ 431006 h 443044"/>
              <a:gd name="connsiteX59" fmla="*/ 566737 w 807243"/>
              <a:gd name="connsiteY59" fmla="*/ 435769 h 443044"/>
              <a:gd name="connsiteX60" fmla="*/ 514350 w 807243"/>
              <a:gd name="connsiteY60" fmla="*/ 442912 h 443044"/>
              <a:gd name="connsiteX61" fmla="*/ 500062 w 807243"/>
              <a:gd name="connsiteY61" fmla="*/ 442912 h 443044"/>
              <a:gd name="connsiteX62" fmla="*/ 369093 w 807243"/>
              <a:gd name="connsiteY62" fmla="*/ 423862 h 443044"/>
              <a:gd name="connsiteX63" fmla="*/ 352425 w 807243"/>
              <a:gd name="connsiteY63" fmla="*/ 335756 h 44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807243" h="443044">
                <a:moveTo>
                  <a:pt x="352425" y="335756"/>
                </a:moveTo>
                <a:lnTo>
                  <a:pt x="57150" y="323850"/>
                </a:lnTo>
                <a:lnTo>
                  <a:pt x="57150" y="323850"/>
                </a:lnTo>
                <a:cubicBezTo>
                  <a:pt x="51594" y="319087"/>
                  <a:pt x="46196" y="314134"/>
                  <a:pt x="40481" y="309562"/>
                </a:cubicBezTo>
                <a:cubicBezTo>
                  <a:pt x="38246" y="307774"/>
                  <a:pt x="35361" y="306824"/>
                  <a:pt x="33337" y="304800"/>
                </a:cubicBezTo>
                <a:cubicBezTo>
                  <a:pt x="31313" y="302776"/>
                  <a:pt x="30407" y="299855"/>
                  <a:pt x="28575" y="297656"/>
                </a:cubicBezTo>
                <a:cubicBezTo>
                  <a:pt x="26419" y="295069"/>
                  <a:pt x="23499" y="293170"/>
                  <a:pt x="21431" y="290512"/>
                </a:cubicBezTo>
                <a:cubicBezTo>
                  <a:pt x="17917" y="285994"/>
                  <a:pt x="15081" y="280987"/>
                  <a:pt x="11906" y="276225"/>
                </a:cubicBezTo>
                <a:lnTo>
                  <a:pt x="7143" y="269081"/>
                </a:lnTo>
                <a:cubicBezTo>
                  <a:pt x="6349" y="265906"/>
                  <a:pt x="5702" y="262691"/>
                  <a:pt x="4762" y="259556"/>
                </a:cubicBezTo>
                <a:cubicBezTo>
                  <a:pt x="3320" y="254748"/>
                  <a:pt x="0" y="245269"/>
                  <a:pt x="0" y="245269"/>
                </a:cubicBezTo>
                <a:cubicBezTo>
                  <a:pt x="794" y="214313"/>
                  <a:pt x="1168" y="183343"/>
                  <a:pt x="2381" y="152400"/>
                </a:cubicBezTo>
                <a:cubicBezTo>
                  <a:pt x="3044" y="135500"/>
                  <a:pt x="4652" y="118636"/>
                  <a:pt x="9525" y="102394"/>
                </a:cubicBezTo>
                <a:cubicBezTo>
                  <a:pt x="10968" y="97586"/>
                  <a:pt x="11502" y="92283"/>
                  <a:pt x="14287" y="88106"/>
                </a:cubicBezTo>
                <a:lnTo>
                  <a:pt x="19050" y="80962"/>
                </a:lnTo>
                <a:cubicBezTo>
                  <a:pt x="20986" y="75153"/>
                  <a:pt x="21578" y="71290"/>
                  <a:pt x="26193" y="66675"/>
                </a:cubicBezTo>
                <a:cubicBezTo>
                  <a:pt x="28217" y="64651"/>
                  <a:pt x="30956" y="63500"/>
                  <a:pt x="33337" y="61912"/>
                </a:cubicBezTo>
                <a:cubicBezTo>
                  <a:pt x="34925" y="59531"/>
                  <a:pt x="36268" y="56967"/>
                  <a:pt x="38100" y="54769"/>
                </a:cubicBezTo>
                <a:cubicBezTo>
                  <a:pt x="40256" y="52182"/>
                  <a:pt x="45243" y="47625"/>
                  <a:pt x="45243" y="47625"/>
                </a:cubicBezTo>
                <a:lnTo>
                  <a:pt x="383381" y="69056"/>
                </a:lnTo>
                <a:lnTo>
                  <a:pt x="473868" y="9525"/>
                </a:lnTo>
                <a:lnTo>
                  <a:pt x="540543" y="0"/>
                </a:lnTo>
                <a:lnTo>
                  <a:pt x="704850" y="0"/>
                </a:lnTo>
                <a:lnTo>
                  <a:pt x="807243" y="88106"/>
                </a:lnTo>
                <a:lnTo>
                  <a:pt x="795337" y="100012"/>
                </a:lnTo>
                <a:lnTo>
                  <a:pt x="716756" y="26194"/>
                </a:lnTo>
                <a:lnTo>
                  <a:pt x="673893" y="16669"/>
                </a:lnTo>
                <a:lnTo>
                  <a:pt x="642937" y="19050"/>
                </a:lnTo>
                <a:lnTo>
                  <a:pt x="628650" y="19050"/>
                </a:lnTo>
                <a:lnTo>
                  <a:pt x="497681" y="111919"/>
                </a:lnTo>
                <a:lnTo>
                  <a:pt x="497681" y="111919"/>
                </a:lnTo>
                <a:cubicBezTo>
                  <a:pt x="509587" y="112713"/>
                  <a:pt x="521587" y="112613"/>
                  <a:pt x="533400" y="114300"/>
                </a:cubicBezTo>
                <a:cubicBezTo>
                  <a:pt x="538369" y="115010"/>
                  <a:pt x="547687" y="119062"/>
                  <a:pt x="547687" y="119062"/>
                </a:cubicBezTo>
                <a:lnTo>
                  <a:pt x="561975" y="128587"/>
                </a:lnTo>
                <a:lnTo>
                  <a:pt x="569118" y="133350"/>
                </a:lnTo>
                <a:cubicBezTo>
                  <a:pt x="577056" y="145256"/>
                  <a:pt x="571500" y="138908"/>
                  <a:pt x="588168" y="150019"/>
                </a:cubicBezTo>
                <a:lnTo>
                  <a:pt x="595312" y="154781"/>
                </a:lnTo>
                <a:cubicBezTo>
                  <a:pt x="597693" y="156369"/>
                  <a:pt x="599741" y="158639"/>
                  <a:pt x="602456" y="159544"/>
                </a:cubicBezTo>
                <a:lnTo>
                  <a:pt x="609600" y="161925"/>
                </a:lnTo>
                <a:cubicBezTo>
                  <a:pt x="623247" y="182398"/>
                  <a:pt x="605075" y="158305"/>
                  <a:pt x="621506" y="171450"/>
                </a:cubicBezTo>
                <a:cubicBezTo>
                  <a:pt x="623741" y="173238"/>
                  <a:pt x="624244" y="176570"/>
                  <a:pt x="626268" y="178594"/>
                </a:cubicBezTo>
                <a:cubicBezTo>
                  <a:pt x="628292" y="180618"/>
                  <a:pt x="631031" y="181769"/>
                  <a:pt x="633412" y="183356"/>
                </a:cubicBezTo>
                <a:cubicBezTo>
                  <a:pt x="639080" y="200359"/>
                  <a:pt x="635390" y="193467"/>
                  <a:pt x="642937" y="204787"/>
                </a:cubicBezTo>
                <a:cubicBezTo>
                  <a:pt x="643731" y="207168"/>
                  <a:pt x="644773" y="209481"/>
                  <a:pt x="645318" y="211931"/>
                </a:cubicBezTo>
                <a:cubicBezTo>
                  <a:pt x="647079" y="219854"/>
                  <a:pt x="648812" y="235272"/>
                  <a:pt x="650081" y="242887"/>
                </a:cubicBezTo>
                <a:cubicBezTo>
                  <a:pt x="650746" y="246880"/>
                  <a:pt x="651584" y="250843"/>
                  <a:pt x="652462" y="254794"/>
                </a:cubicBezTo>
                <a:cubicBezTo>
                  <a:pt x="653172" y="257989"/>
                  <a:pt x="653903" y="261184"/>
                  <a:pt x="654843" y="264319"/>
                </a:cubicBezTo>
                <a:cubicBezTo>
                  <a:pt x="656286" y="269127"/>
                  <a:pt x="659606" y="278606"/>
                  <a:pt x="659606" y="278606"/>
                </a:cubicBezTo>
                <a:cubicBezTo>
                  <a:pt x="656062" y="324678"/>
                  <a:pt x="660024" y="295774"/>
                  <a:pt x="654843" y="319087"/>
                </a:cubicBezTo>
                <a:cubicBezTo>
                  <a:pt x="653965" y="323038"/>
                  <a:pt x="653883" y="327204"/>
                  <a:pt x="652462" y="330994"/>
                </a:cubicBezTo>
                <a:cubicBezTo>
                  <a:pt x="651457" y="333673"/>
                  <a:pt x="648862" y="335522"/>
                  <a:pt x="647700" y="338137"/>
                </a:cubicBezTo>
                <a:cubicBezTo>
                  <a:pt x="645661" y="342725"/>
                  <a:pt x="645722" y="348248"/>
                  <a:pt x="642937" y="352425"/>
                </a:cubicBezTo>
                <a:cubicBezTo>
                  <a:pt x="641350" y="354806"/>
                  <a:pt x="639337" y="356954"/>
                  <a:pt x="638175" y="359569"/>
                </a:cubicBezTo>
                <a:cubicBezTo>
                  <a:pt x="636136" y="364156"/>
                  <a:pt x="636197" y="369679"/>
                  <a:pt x="633412" y="373856"/>
                </a:cubicBezTo>
                <a:lnTo>
                  <a:pt x="619125" y="395287"/>
                </a:lnTo>
                <a:cubicBezTo>
                  <a:pt x="607297" y="413028"/>
                  <a:pt x="622501" y="391235"/>
                  <a:pt x="607218" y="409575"/>
                </a:cubicBezTo>
                <a:cubicBezTo>
                  <a:pt x="605386" y="411774"/>
                  <a:pt x="604610" y="414834"/>
                  <a:pt x="602456" y="416719"/>
                </a:cubicBezTo>
                <a:cubicBezTo>
                  <a:pt x="598148" y="420488"/>
                  <a:pt x="592931" y="423069"/>
                  <a:pt x="588168" y="426244"/>
                </a:cubicBezTo>
                <a:cubicBezTo>
                  <a:pt x="585787" y="427831"/>
                  <a:pt x="583740" y="430101"/>
                  <a:pt x="581025" y="431006"/>
                </a:cubicBezTo>
                <a:cubicBezTo>
                  <a:pt x="576262" y="432594"/>
                  <a:pt x="571689" y="434944"/>
                  <a:pt x="566737" y="435769"/>
                </a:cubicBezTo>
                <a:cubicBezTo>
                  <a:pt x="544859" y="439415"/>
                  <a:pt x="535738" y="441575"/>
                  <a:pt x="514350" y="442912"/>
                </a:cubicBezTo>
                <a:cubicBezTo>
                  <a:pt x="509597" y="443209"/>
                  <a:pt x="504825" y="442912"/>
                  <a:pt x="500062" y="442912"/>
                </a:cubicBezTo>
                <a:lnTo>
                  <a:pt x="369093" y="423862"/>
                </a:lnTo>
                <a:lnTo>
                  <a:pt x="352425" y="335756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6943725" y="1893094"/>
            <a:ext cx="800100" cy="454819"/>
          </a:xfrm>
          <a:custGeom>
            <a:avLst/>
            <a:gdLst>
              <a:gd name="connsiteX0" fmla="*/ 252413 w 800100"/>
              <a:gd name="connsiteY0" fmla="*/ 0 h 454819"/>
              <a:gd name="connsiteX1" fmla="*/ 390525 w 800100"/>
              <a:gd name="connsiteY1" fmla="*/ 0 h 454819"/>
              <a:gd name="connsiteX2" fmla="*/ 431006 w 800100"/>
              <a:gd name="connsiteY2" fmla="*/ 54769 h 454819"/>
              <a:gd name="connsiteX3" fmla="*/ 428625 w 800100"/>
              <a:gd name="connsiteY3" fmla="*/ 90487 h 454819"/>
              <a:gd name="connsiteX4" fmla="*/ 442913 w 800100"/>
              <a:gd name="connsiteY4" fmla="*/ 111919 h 454819"/>
              <a:gd name="connsiteX5" fmla="*/ 800100 w 800100"/>
              <a:gd name="connsiteY5" fmla="*/ 111919 h 454819"/>
              <a:gd name="connsiteX6" fmla="*/ 781050 w 800100"/>
              <a:gd name="connsiteY6" fmla="*/ 390525 h 454819"/>
              <a:gd name="connsiteX7" fmla="*/ 402431 w 800100"/>
              <a:gd name="connsiteY7" fmla="*/ 378619 h 454819"/>
              <a:gd name="connsiteX8" fmla="*/ 366713 w 800100"/>
              <a:gd name="connsiteY8" fmla="*/ 438150 h 454819"/>
              <a:gd name="connsiteX9" fmla="*/ 302419 w 800100"/>
              <a:gd name="connsiteY9" fmla="*/ 454819 h 454819"/>
              <a:gd name="connsiteX10" fmla="*/ 247650 w 800100"/>
              <a:gd name="connsiteY10" fmla="*/ 452437 h 454819"/>
              <a:gd name="connsiteX11" fmla="*/ 107156 w 800100"/>
              <a:gd name="connsiteY11" fmla="*/ 445294 h 454819"/>
              <a:gd name="connsiteX12" fmla="*/ 107156 w 800100"/>
              <a:gd name="connsiteY12" fmla="*/ 445294 h 454819"/>
              <a:gd name="connsiteX13" fmla="*/ 73819 w 800100"/>
              <a:gd name="connsiteY13" fmla="*/ 426244 h 454819"/>
              <a:gd name="connsiteX14" fmla="*/ 66675 w 800100"/>
              <a:gd name="connsiteY14" fmla="*/ 421481 h 454819"/>
              <a:gd name="connsiteX15" fmla="*/ 59531 w 800100"/>
              <a:gd name="connsiteY15" fmla="*/ 416719 h 454819"/>
              <a:gd name="connsiteX16" fmla="*/ 54769 w 800100"/>
              <a:gd name="connsiteY16" fmla="*/ 409575 h 454819"/>
              <a:gd name="connsiteX17" fmla="*/ 47625 w 800100"/>
              <a:gd name="connsiteY17" fmla="*/ 404812 h 454819"/>
              <a:gd name="connsiteX18" fmla="*/ 45244 w 800100"/>
              <a:gd name="connsiteY18" fmla="*/ 397669 h 454819"/>
              <a:gd name="connsiteX19" fmla="*/ 30956 w 800100"/>
              <a:gd name="connsiteY19" fmla="*/ 383381 h 454819"/>
              <a:gd name="connsiteX20" fmla="*/ 28575 w 800100"/>
              <a:gd name="connsiteY20" fmla="*/ 376237 h 454819"/>
              <a:gd name="connsiteX21" fmla="*/ 19050 w 800100"/>
              <a:gd name="connsiteY21" fmla="*/ 361950 h 454819"/>
              <a:gd name="connsiteX22" fmla="*/ 11906 w 800100"/>
              <a:gd name="connsiteY22" fmla="*/ 345281 h 454819"/>
              <a:gd name="connsiteX23" fmla="*/ 7144 w 800100"/>
              <a:gd name="connsiteY23" fmla="*/ 323850 h 454819"/>
              <a:gd name="connsiteX24" fmla="*/ 4763 w 800100"/>
              <a:gd name="connsiteY24" fmla="*/ 309562 h 454819"/>
              <a:gd name="connsiteX25" fmla="*/ 0 w 800100"/>
              <a:gd name="connsiteY25" fmla="*/ 295275 h 454819"/>
              <a:gd name="connsiteX26" fmla="*/ 2381 w 800100"/>
              <a:gd name="connsiteY26" fmla="*/ 240506 h 454819"/>
              <a:gd name="connsiteX27" fmla="*/ 7144 w 800100"/>
              <a:gd name="connsiteY27" fmla="*/ 226219 h 454819"/>
              <a:gd name="connsiteX28" fmla="*/ 16669 w 800100"/>
              <a:gd name="connsiteY28" fmla="*/ 211931 h 454819"/>
              <a:gd name="connsiteX29" fmla="*/ 26194 w 800100"/>
              <a:gd name="connsiteY29" fmla="*/ 197644 h 454819"/>
              <a:gd name="connsiteX30" fmla="*/ 38100 w 800100"/>
              <a:gd name="connsiteY30" fmla="*/ 185737 h 454819"/>
              <a:gd name="connsiteX31" fmla="*/ 47625 w 800100"/>
              <a:gd name="connsiteY31" fmla="*/ 171450 h 454819"/>
              <a:gd name="connsiteX32" fmla="*/ 69056 w 800100"/>
              <a:gd name="connsiteY32" fmla="*/ 157162 h 454819"/>
              <a:gd name="connsiteX33" fmla="*/ 76200 w 800100"/>
              <a:gd name="connsiteY33" fmla="*/ 152400 h 454819"/>
              <a:gd name="connsiteX34" fmla="*/ 83344 w 800100"/>
              <a:gd name="connsiteY34" fmla="*/ 147637 h 454819"/>
              <a:gd name="connsiteX35" fmla="*/ 90488 w 800100"/>
              <a:gd name="connsiteY35" fmla="*/ 145256 h 454819"/>
              <a:gd name="connsiteX36" fmla="*/ 97631 w 800100"/>
              <a:gd name="connsiteY36" fmla="*/ 138112 h 454819"/>
              <a:gd name="connsiteX37" fmla="*/ 109538 w 800100"/>
              <a:gd name="connsiteY37" fmla="*/ 128587 h 454819"/>
              <a:gd name="connsiteX38" fmla="*/ 278606 w 800100"/>
              <a:gd name="connsiteY38" fmla="*/ 138112 h 454819"/>
              <a:gd name="connsiteX39" fmla="*/ 309563 w 800100"/>
              <a:gd name="connsiteY39" fmla="*/ 126206 h 454819"/>
              <a:gd name="connsiteX40" fmla="*/ 366713 w 800100"/>
              <a:gd name="connsiteY40" fmla="*/ 80962 h 454819"/>
              <a:gd name="connsiteX41" fmla="*/ 371475 w 800100"/>
              <a:gd name="connsiteY41" fmla="*/ 69056 h 454819"/>
              <a:gd name="connsiteX42" fmla="*/ 252413 w 800100"/>
              <a:gd name="connsiteY42" fmla="*/ 0 h 45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800100" h="454819">
                <a:moveTo>
                  <a:pt x="252413" y="0"/>
                </a:moveTo>
                <a:lnTo>
                  <a:pt x="390525" y="0"/>
                </a:lnTo>
                <a:lnTo>
                  <a:pt x="431006" y="54769"/>
                </a:lnTo>
                <a:lnTo>
                  <a:pt x="428625" y="90487"/>
                </a:lnTo>
                <a:lnTo>
                  <a:pt x="442913" y="111919"/>
                </a:lnTo>
                <a:lnTo>
                  <a:pt x="800100" y="111919"/>
                </a:lnTo>
                <a:lnTo>
                  <a:pt x="781050" y="390525"/>
                </a:lnTo>
                <a:lnTo>
                  <a:pt x="402431" y="378619"/>
                </a:lnTo>
                <a:lnTo>
                  <a:pt x="366713" y="438150"/>
                </a:lnTo>
                <a:lnTo>
                  <a:pt x="302419" y="454819"/>
                </a:lnTo>
                <a:lnTo>
                  <a:pt x="247650" y="452437"/>
                </a:lnTo>
                <a:lnTo>
                  <a:pt x="107156" y="445294"/>
                </a:lnTo>
                <a:lnTo>
                  <a:pt x="107156" y="445294"/>
                </a:lnTo>
                <a:cubicBezTo>
                  <a:pt x="82988" y="433210"/>
                  <a:pt x="94012" y="439707"/>
                  <a:pt x="73819" y="426244"/>
                </a:cubicBezTo>
                <a:lnTo>
                  <a:pt x="66675" y="421481"/>
                </a:lnTo>
                <a:lnTo>
                  <a:pt x="59531" y="416719"/>
                </a:lnTo>
                <a:cubicBezTo>
                  <a:pt x="57944" y="414338"/>
                  <a:pt x="56793" y="411599"/>
                  <a:pt x="54769" y="409575"/>
                </a:cubicBezTo>
                <a:cubicBezTo>
                  <a:pt x="52745" y="407551"/>
                  <a:pt x="49413" y="407047"/>
                  <a:pt x="47625" y="404812"/>
                </a:cubicBezTo>
                <a:cubicBezTo>
                  <a:pt x="46057" y="402852"/>
                  <a:pt x="46785" y="399650"/>
                  <a:pt x="45244" y="397669"/>
                </a:cubicBezTo>
                <a:cubicBezTo>
                  <a:pt x="41109" y="392352"/>
                  <a:pt x="30956" y="383381"/>
                  <a:pt x="30956" y="383381"/>
                </a:cubicBezTo>
                <a:cubicBezTo>
                  <a:pt x="30162" y="381000"/>
                  <a:pt x="29794" y="378431"/>
                  <a:pt x="28575" y="376237"/>
                </a:cubicBezTo>
                <a:cubicBezTo>
                  <a:pt x="25795" y="371234"/>
                  <a:pt x="19050" y="361950"/>
                  <a:pt x="19050" y="361950"/>
                </a:cubicBezTo>
                <a:cubicBezTo>
                  <a:pt x="12215" y="334605"/>
                  <a:pt x="21773" y="368304"/>
                  <a:pt x="11906" y="345281"/>
                </a:cubicBezTo>
                <a:cubicBezTo>
                  <a:pt x="10699" y="342466"/>
                  <a:pt x="7501" y="325812"/>
                  <a:pt x="7144" y="323850"/>
                </a:cubicBezTo>
                <a:cubicBezTo>
                  <a:pt x="6280" y="319100"/>
                  <a:pt x="5934" y="314246"/>
                  <a:pt x="4763" y="309562"/>
                </a:cubicBezTo>
                <a:cubicBezTo>
                  <a:pt x="3545" y="304692"/>
                  <a:pt x="0" y="295275"/>
                  <a:pt x="0" y="295275"/>
                </a:cubicBezTo>
                <a:cubicBezTo>
                  <a:pt x="794" y="277019"/>
                  <a:pt x="501" y="258683"/>
                  <a:pt x="2381" y="240506"/>
                </a:cubicBezTo>
                <a:cubicBezTo>
                  <a:pt x="2898" y="235513"/>
                  <a:pt x="4359" y="230396"/>
                  <a:pt x="7144" y="226219"/>
                </a:cubicBezTo>
                <a:lnTo>
                  <a:pt x="16669" y="211931"/>
                </a:lnTo>
                <a:cubicBezTo>
                  <a:pt x="20854" y="199375"/>
                  <a:pt x="16284" y="209536"/>
                  <a:pt x="26194" y="197644"/>
                </a:cubicBezTo>
                <a:cubicBezTo>
                  <a:pt x="36118" y="185735"/>
                  <a:pt x="25000" y="194471"/>
                  <a:pt x="38100" y="185737"/>
                </a:cubicBezTo>
                <a:cubicBezTo>
                  <a:pt x="41275" y="180975"/>
                  <a:pt x="42863" y="174625"/>
                  <a:pt x="47625" y="171450"/>
                </a:cubicBezTo>
                <a:lnTo>
                  <a:pt x="69056" y="157162"/>
                </a:lnTo>
                <a:lnTo>
                  <a:pt x="76200" y="152400"/>
                </a:lnTo>
                <a:cubicBezTo>
                  <a:pt x="78581" y="150812"/>
                  <a:pt x="80629" y="148542"/>
                  <a:pt x="83344" y="147637"/>
                </a:cubicBezTo>
                <a:lnTo>
                  <a:pt x="90488" y="145256"/>
                </a:lnTo>
                <a:cubicBezTo>
                  <a:pt x="92869" y="142875"/>
                  <a:pt x="95044" y="140268"/>
                  <a:pt x="97631" y="138112"/>
                </a:cubicBezTo>
                <a:cubicBezTo>
                  <a:pt x="115662" y="123086"/>
                  <a:pt x="95676" y="142449"/>
                  <a:pt x="109538" y="128587"/>
                </a:cubicBezTo>
                <a:lnTo>
                  <a:pt x="278606" y="138112"/>
                </a:lnTo>
                <a:lnTo>
                  <a:pt x="309563" y="126206"/>
                </a:lnTo>
                <a:lnTo>
                  <a:pt x="366713" y="80962"/>
                </a:lnTo>
                <a:lnTo>
                  <a:pt x="371475" y="69056"/>
                </a:lnTo>
                <a:lnTo>
                  <a:pt x="252413" y="0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822156" y="2138366"/>
            <a:ext cx="525304" cy="645319"/>
          </a:xfrm>
          <a:prstGeom prst="round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5612606" y="3171825"/>
            <a:ext cx="1140619" cy="754856"/>
          </a:xfrm>
          <a:custGeom>
            <a:avLst/>
            <a:gdLst>
              <a:gd name="connsiteX0" fmla="*/ 42863 w 1140619"/>
              <a:gd name="connsiteY0" fmla="*/ 0 h 754856"/>
              <a:gd name="connsiteX1" fmla="*/ 111919 w 1140619"/>
              <a:gd name="connsiteY1" fmla="*/ 78581 h 754856"/>
              <a:gd name="connsiteX2" fmla="*/ 102394 w 1140619"/>
              <a:gd name="connsiteY2" fmla="*/ 73819 h 754856"/>
              <a:gd name="connsiteX3" fmla="*/ 126207 w 1140619"/>
              <a:gd name="connsiteY3" fmla="*/ 90488 h 754856"/>
              <a:gd name="connsiteX4" fmla="*/ 140494 w 1140619"/>
              <a:gd name="connsiteY4" fmla="*/ 95250 h 754856"/>
              <a:gd name="connsiteX5" fmla="*/ 159544 w 1140619"/>
              <a:gd name="connsiteY5" fmla="*/ 97631 h 754856"/>
              <a:gd name="connsiteX6" fmla="*/ 192882 w 1140619"/>
              <a:gd name="connsiteY6" fmla="*/ 102394 h 754856"/>
              <a:gd name="connsiteX7" fmla="*/ 235744 w 1140619"/>
              <a:gd name="connsiteY7" fmla="*/ 107156 h 754856"/>
              <a:gd name="connsiteX8" fmla="*/ 250032 w 1140619"/>
              <a:gd name="connsiteY8" fmla="*/ 111919 h 754856"/>
              <a:gd name="connsiteX9" fmla="*/ 269082 w 1140619"/>
              <a:gd name="connsiteY9" fmla="*/ 116681 h 754856"/>
              <a:gd name="connsiteX10" fmla="*/ 276225 w 1140619"/>
              <a:gd name="connsiteY10" fmla="*/ 119063 h 754856"/>
              <a:gd name="connsiteX11" fmla="*/ 295275 w 1140619"/>
              <a:gd name="connsiteY11" fmla="*/ 123825 h 754856"/>
              <a:gd name="connsiteX12" fmla="*/ 304800 w 1140619"/>
              <a:gd name="connsiteY12" fmla="*/ 126206 h 754856"/>
              <a:gd name="connsiteX13" fmla="*/ 319088 w 1140619"/>
              <a:gd name="connsiteY13" fmla="*/ 130969 h 754856"/>
              <a:gd name="connsiteX14" fmla="*/ 328613 w 1140619"/>
              <a:gd name="connsiteY14" fmla="*/ 133350 h 754856"/>
              <a:gd name="connsiteX15" fmla="*/ 342900 w 1140619"/>
              <a:gd name="connsiteY15" fmla="*/ 138113 h 754856"/>
              <a:gd name="connsiteX16" fmla="*/ 359569 w 1140619"/>
              <a:gd name="connsiteY16" fmla="*/ 142875 h 754856"/>
              <a:gd name="connsiteX17" fmla="*/ 469107 w 1140619"/>
              <a:gd name="connsiteY17" fmla="*/ 147638 h 754856"/>
              <a:gd name="connsiteX18" fmla="*/ 492919 w 1140619"/>
              <a:gd name="connsiteY18" fmla="*/ 152400 h 754856"/>
              <a:gd name="connsiteX19" fmla="*/ 504825 w 1140619"/>
              <a:gd name="connsiteY19" fmla="*/ 154781 h 754856"/>
              <a:gd name="connsiteX20" fmla="*/ 514350 w 1140619"/>
              <a:gd name="connsiteY20" fmla="*/ 157163 h 754856"/>
              <a:gd name="connsiteX21" fmla="*/ 552450 w 1140619"/>
              <a:gd name="connsiteY21" fmla="*/ 161925 h 754856"/>
              <a:gd name="connsiteX22" fmla="*/ 588169 w 1140619"/>
              <a:gd name="connsiteY22" fmla="*/ 169069 h 754856"/>
              <a:gd name="connsiteX23" fmla="*/ 626269 w 1140619"/>
              <a:gd name="connsiteY23" fmla="*/ 166688 h 754856"/>
              <a:gd name="connsiteX24" fmla="*/ 645319 w 1140619"/>
              <a:gd name="connsiteY24" fmla="*/ 164306 h 754856"/>
              <a:gd name="connsiteX25" fmla="*/ 769144 w 1140619"/>
              <a:gd name="connsiteY25" fmla="*/ 159544 h 754856"/>
              <a:gd name="connsiteX26" fmla="*/ 821532 w 1140619"/>
              <a:gd name="connsiteY26" fmla="*/ 154781 h 754856"/>
              <a:gd name="connsiteX27" fmla="*/ 840582 w 1140619"/>
              <a:gd name="connsiteY27" fmla="*/ 150019 h 754856"/>
              <a:gd name="connsiteX28" fmla="*/ 854869 w 1140619"/>
              <a:gd name="connsiteY28" fmla="*/ 147638 h 754856"/>
              <a:gd name="connsiteX29" fmla="*/ 942975 w 1140619"/>
              <a:gd name="connsiteY29" fmla="*/ 147638 h 754856"/>
              <a:gd name="connsiteX30" fmla="*/ 957263 w 1140619"/>
              <a:gd name="connsiteY30" fmla="*/ 140494 h 754856"/>
              <a:gd name="connsiteX31" fmla="*/ 973932 w 1140619"/>
              <a:gd name="connsiteY31" fmla="*/ 135731 h 754856"/>
              <a:gd name="connsiteX32" fmla="*/ 988219 w 1140619"/>
              <a:gd name="connsiteY32" fmla="*/ 128588 h 754856"/>
              <a:gd name="connsiteX33" fmla="*/ 995363 w 1140619"/>
              <a:gd name="connsiteY33" fmla="*/ 121444 h 754856"/>
              <a:gd name="connsiteX34" fmla="*/ 1002507 w 1140619"/>
              <a:gd name="connsiteY34" fmla="*/ 116681 h 754856"/>
              <a:gd name="connsiteX35" fmla="*/ 1016794 w 1140619"/>
              <a:gd name="connsiteY35" fmla="*/ 102394 h 754856"/>
              <a:gd name="connsiteX36" fmla="*/ 1023938 w 1140619"/>
              <a:gd name="connsiteY36" fmla="*/ 97631 h 754856"/>
              <a:gd name="connsiteX37" fmla="*/ 1045369 w 1140619"/>
              <a:gd name="connsiteY37" fmla="*/ 80963 h 754856"/>
              <a:gd name="connsiteX38" fmla="*/ 1066800 w 1140619"/>
              <a:gd name="connsiteY38" fmla="*/ 66675 h 754856"/>
              <a:gd name="connsiteX39" fmla="*/ 1073944 w 1140619"/>
              <a:gd name="connsiteY39" fmla="*/ 61913 h 754856"/>
              <a:gd name="connsiteX40" fmla="*/ 1081088 w 1140619"/>
              <a:gd name="connsiteY40" fmla="*/ 57150 h 754856"/>
              <a:gd name="connsiteX41" fmla="*/ 1092994 w 1140619"/>
              <a:gd name="connsiteY41" fmla="*/ 45244 h 754856"/>
              <a:gd name="connsiteX42" fmla="*/ 1097757 w 1140619"/>
              <a:gd name="connsiteY42" fmla="*/ 38100 h 754856"/>
              <a:gd name="connsiteX43" fmla="*/ 1102519 w 1140619"/>
              <a:gd name="connsiteY43" fmla="*/ 33338 h 754856"/>
              <a:gd name="connsiteX44" fmla="*/ 1140619 w 1140619"/>
              <a:gd name="connsiteY44" fmla="*/ 169069 h 754856"/>
              <a:gd name="connsiteX45" fmla="*/ 1140619 w 1140619"/>
              <a:gd name="connsiteY45" fmla="*/ 169069 h 754856"/>
              <a:gd name="connsiteX46" fmla="*/ 1128713 w 1140619"/>
              <a:gd name="connsiteY46" fmla="*/ 185738 h 754856"/>
              <a:gd name="connsiteX47" fmla="*/ 1121569 w 1140619"/>
              <a:gd name="connsiteY47" fmla="*/ 190500 h 754856"/>
              <a:gd name="connsiteX48" fmla="*/ 1119188 w 1140619"/>
              <a:gd name="connsiteY48" fmla="*/ 197644 h 754856"/>
              <a:gd name="connsiteX49" fmla="*/ 1112044 w 1140619"/>
              <a:gd name="connsiteY49" fmla="*/ 202406 h 754856"/>
              <a:gd name="connsiteX50" fmla="*/ 1100138 w 1140619"/>
              <a:gd name="connsiteY50" fmla="*/ 216694 h 754856"/>
              <a:gd name="connsiteX51" fmla="*/ 1092994 w 1140619"/>
              <a:gd name="connsiteY51" fmla="*/ 221456 h 754856"/>
              <a:gd name="connsiteX52" fmla="*/ 1081088 w 1140619"/>
              <a:gd name="connsiteY52" fmla="*/ 233363 h 754856"/>
              <a:gd name="connsiteX53" fmla="*/ 1069182 w 1140619"/>
              <a:gd name="connsiteY53" fmla="*/ 245269 h 754856"/>
              <a:gd name="connsiteX54" fmla="*/ 1064419 w 1140619"/>
              <a:gd name="connsiteY54" fmla="*/ 252413 h 754856"/>
              <a:gd name="connsiteX55" fmla="*/ 1050132 w 1140619"/>
              <a:gd name="connsiteY55" fmla="*/ 257175 h 754856"/>
              <a:gd name="connsiteX56" fmla="*/ 1035844 w 1140619"/>
              <a:gd name="connsiteY56" fmla="*/ 266700 h 754856"/>
              <a:gd name="connsiteX57" fmla="*/ 1028700 w 1140619"/>
              <a:gd name="connsiteY57" fmla="*/ 271463 h 754856"/>
              <a:gd name="connsiteX58" fmla="*/ 1014413 w 1140619"/>
              <a:gd name="connsiteY58" fmla="*/ 276225 h 754856"/>
              <a:gd name="connsiteX59" fmla="*/ 1007269 w 1140619"/>
              <a:gd name="connsiteY59" fmla="*/ 280988 h 754856"/>
              <a:gd name="connsiteX60" fmla="*/ 992982 w 1140619"/>
              <a:gd name="connsiteY60" fmla="*/ 285750 h 754856"/>
              <a:gd name="connsiteX61" fmla="*/ 985838 w 1140619"/>
              <a:gd name="connsiteY61" fmla="*/ 290513 h 754856"/>
              <a:gd name="connsiteX62" fmla="*/ 971550 w 1140619"/>
              <a:gd name="connsiteY62" fmla="*/ 295275 h 754856"/>
              <a:gd name="connsiteX63" fmla="*/ 964407 w 1140619"/>
              <a:gd name="connsiteY63" fmla="*/ 297656 h 754856"/>
              <a:gd name="connsiteX64" fmla="*/ 942975 w 1140619"/>
              <a:gd name="connsiteY64" fmla="*/ 304800 h 754856"/>
              <a:gd name="connsiteX65" fmla="*/ 935832 w 1140619"/>
              <a:gd name="connsiteY65" fmla="*/ 307181 h 754856"/>
              <a:gd name="connsiteX66" fmla="*/ 926307 w 1140619"/>
              <a:gd name="connsiteY66" fmla="*/ 309563 h 754856"/>
              <a:gd name="connsiteX67" fmla="*/ 912019 w 1140619"/>
              <a:gd name="connsiteY67" fmla="*/ 314325 h 754856"/>
              <a:gd name="connsiteX68" fmla="*/ 904875 w 1140619"/>
              <a:gd name="connsiteY68" fmla="*/ 319088 h 754856"/>
              <a:gd name="connsiteX69" fmla="*/ 890588 w 1140619"/>
              <a:gd name="connsiteY69" fmla="*/ 323850 h 754856"/>
              <a:gd name="connsiteX70" fmla="*/ 888207 w 1140619"/>
              <a:gd name="connsiteY70" fmla="*/ 330994 h 754856"/>
              <a:gd name="connsiteX71" fmla="*/ 873919 w 1140619"/>
              <a:gd name="connsiteY71" fmla="*/ 335756 h 754856"/>
              <a:gd name="connsiteX72" fmla="*/ 866775 w 1140619"/>
              <a:gd name="connsiteY72" fmla="*/ 340519 h 754856"/>
              <a:gd name="connsiteX73" fmla="*/ 859632 w 1140619"/>
              <a:gd name="connsiteY73" fmla="*/ 347663 h 754856"/>
              <a:gd name="connsiteX74" fmla="*/ 845344 w 1140619"/>
              <a:gd name="connsiteY74" fmla="*/ 352425 h 754856"/>
              <a:gd name="connsiteX75" fmla="*/ 831057 w 1140619"/>
              <a:gd name="connsiteY75" fmla="*/ 357188 h 754856"/>
              <a:gd name="connsiteX76" fmla="*/ 823913 w 1140619"/>
              <a:gd name="connsiteY76" fmla="*/ 359569 h 754856"/>
              <a:gd name="connsiteX77" fmla="*/ 800100 w 1140619"/>
              <a:gd name="connsiteY77" fmla="*/ 364331 h 754856"/>
              <a:gd name="connsiteX78" fmla="*/ 785813 w 1140619"/>
              <a:gd name="connsiteY78" fmla="*/ 369094 h 754856"/>
              <a:gd name="connsiteX79" fmla="*/ 778669 w 1140619"/>
              <a:gd name="connsiteY79" fmla="*/ 371475 h 754856"/>
              <a:gd name="connsiteX80" fmla="*/ 757238 w 1140619"/>
              <a:gd name="connsiteY80" fmla="*/ 381000 h 754856"/>
              <a:gd name="connsiteX81" fmla="*/ 740569 w 1140619"/>
              <a:gd name="connsiteY81" fmla="*/ 385763 h 754856"/>
              <a:gd name="connsiteX82" fmla="*/ 709613 w 1140619"/>
              <a:gd name="connsiteY82" fmla="*/ 390525 h 754856"/>
              <a:gd name="connsiteX83" fmla="*/ 695325 w 1140619"/>
              <a:gd name="connsiteY83" fmla="*/ 395288 h 754856"/>
              <a:gd name="connsiteX84" fmla="*/ 688182 w 1140619"/>
              <a:gd name="connsiteY84" fmla="*/ 397669 h 754856"/>
              <a:gd name="connsiteX85" fmla="*/ 681038 w 1140619"/>
              <a:gd name="connsiteY85" fmla="*/ 400050 h 754856"/>
              <a:gd name="connsiteX86" fmla="*/ 666750 w 1140619"/>
              <a:gd name="connsiteY86" fmla="*/ 409575 h 754856"/>
              <a:gd name="connsiteX87" fmla="*/ 652463 w 1140619"/>
              <a:gd name="connsiteY87" fmla="*/ 414338 h 754856"/>
              <a:gd name="connsiteX88" fmla="*/ 645319 w 1140619"/>
              <a:gd name="connsiteY88" fmla="*/ 419100 h 754856"/>
              <a:gd name="connsiteX89" fmla="*/ 623888 w 1140619"/>
              <a:gd name="connsiteY89" fmla="*/ 426244 h 754856"/>
              <a:gd name="connsiteX90" fmla="*/ 595313 w 1140619"/>
              <a:gd name="connsiteY90" fmla="*/ 435769 h 754856"/>
              <a:gd name="connsiteX91" fmla="*/ 588169 w 1140619"/>
              <a:gd name="connsiteY91" fmla="*/ 438150 h 754856"/>
              <a:gd name="connsiteX92" fmla="*/ 581025 w 1140619"/>
              <a:gd name="connsiteY92" fmla="*/ 440531 h 754856"/>
              <a:gd name="connsiteX93" fmla="*/ 569119 w 1140619"/>
              <a:gd name="connsiteY93" fmla="*/ 442913 h 754856"/>
              <a:gd name="connsiteX94" fmla="*/ 554832 w 1140619"/>
              <a:gd name="connsiteY94" fmla="*/ 447675 h 754856"/>
              <a:gd name="connsiteX95" fmla="*/ 540544 w 1140619"/>
              <a:gd name="connsiteY95" fmla="*/ 457200 h 754856"/>
              <a:gd name="connsiteX96" fmla="*/ 550069 w 1140619"/>
              <a:gd name="connsiteY96" fmla="*/ 469106 h 754856"/>
              <a:gd name="connsiteX97" fmla="*/ 538163 w 1140619"/>
              <a:gd name="connsiteY97" fmla="*/ 485775 h 754856"/>
              <a:gd name="connsiteX98" fmla="*/ 533400 w 1140619"/>
              <a:gd name="connsiteY98" fmla="*/ 500063 h 754856"/>
              <a:gd name="connsiteX99" fmla="*/ 528638 w 1140619"/>
              <a:gd name="connsiteY99" fmla="*/ 507206 h 754856"/>
              <a:gd name="connsiteX100" fmla="*/ 526257 w 1140619"/>
              <a:gd name="connsiteY100" fmla="*/ 519113 h 754856"/>
              <a:gd name="connsiteX101" fmla="*/ 531019 w 1140619"/>
              <a:gd name="connsiteY101" fmla="*/ 611981 h 754856"/>
              <a:gd name="connsiteX102" fmla="*/ 535782 w 1140619"/>
              <a:gd name="connsiteY102" fmla="*/ 638175 h 754856"/>
              <a:gd name="connsiteX103" fmla="*/ 542925 w 1140619"/>
              <a:gd name="connsiteY103" fmla="*/ 671513 h 754856"/>
              <a:gd name="connsiteX104" fmla="*/ 545307 w 1140619"/>
              <a:gd name="connsiteY104" fmla="*/ 714375 h 754856"/>
              <a:gd name="connsiteX105" fmla="*/ 542925 w 1140619"/>
              <a:gd name="connsiteY105" fmla="*/ 745331 h 754856"/>
              <a:gd name="connsiteX106" fmla="*/ 540544 w 1140619"/>
              <a:gd name="connsiteY106" fmla="*/ 752475 h 754856"/>
              <a:gd name="connsiteX107" fmla="*/ 476250 w 1140619"/>
              <a:gd name="connsiteY107" fmla="*/ 754856 h 754856"/>
              <a:gd name="connsiteX108" fmla="*/ 426244 w 1140619"/>
              <a:gd name="connsiteY108" fmla="*/ 740569 h 754856"/>
              <a:gd name="connsiteX109" fmla="*/ 397669 w 1140619"/>
              <a:gd name="connsiteY109" fmla="*/ 726281 h 754856"/>
              <a:gd name="connsiteX110" fmla="*/ 383382 w 1140619"/>
              <a:gd name="connsiteY110" fmla="*/ 688181 h 754856"/>
              <a:gd name="connsiteX111" fmla="*/ 381000 w 1140619"/>
              <a:gd name="connsiteY111" fmla="*/ 492919 h 754856"/>
              <a:gd name="connsiteX112" fmla="*/ 371475 w 1140619"/>
              <a:gd name="connsiteY112" fmla="*/ 466725 h 754856"/>
              <a:gd name="connsiteX113" fmla="*/ 273844 w 1140619"/>
              <a:gd name="connsiteY113" fmla="*/ 369094 h 754856"/>
              <a:gd name="connsiteX114" fmla="*/ 223838 w 1140619"/>
              <a:gd name="connsiteY114" fmla="*/ 345281 h 754856"/>
              <a:gd name="connsiteX115" fmla="*/ 64294 w 1140619"/>
              <a:gd name="connsiteY115" fmla="*/ 245269 h 754856"/>
              <a:gd name="connsiteX116" fmla="*/ 0 w 1140619"/>
              <a:gd name="connsiteY116" fmla="*/ 152400 h 754856"/>
              <a:gd name="connsiteX117" fmla="*/ 0 w 1140619"/>
              <a:gd name="connsiteY117" fmla="*/ 102394 h 754856"/>
              <a:gd name="connsiteX118" fmla="*/ 2382 w 1140619"/>
              <a:gd name="connsiteY118" fmla="*/ 61913 h 754856"/>
              <a:gd name="connsiteX119" fmla="*/ 16669 w 1140619"/>
              <a:gd name="connsiteY119" fmla="*/ 35719 h 754856"/>
              <a:gd name="connsiteX120" fmla="*/ 42863 w 1140619"/>
              <a:gd name="connsiteY120" fmla="*/ 0 h 754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140619" h="754856">
                <a:moveTo>
                  <a:pt x="42863" y="0"/>
                </a:moveTo>
                <a:lnTo>
                  <a:pt x="111919" y="78581"/>
                </a:lnTo>
                <a:lnTo>
                  <a:pt x="102394" y="73819"/>
                </a:lnTo>
                <a:cubicBezTo>
                  <a:pt x="110332" y="79375"/>
                  <a:pt x="117015" y="87424"/>
                  <a:pt x="126207" y="90488"/>
                </a:cubicBezTo>
                <a:cubicBezTo>
                  <a:pt x="130969" y="92075"/>
                  <a:pt x="135513" y="94627"/>
                  <a:pt x="140494" y="95250"/>
                </a:cubicBezTo>
                <a:lnTo>
                  <a:pt x="159544" y="97631"/>
                </a:lnTo>
                <a:cubicBezTo>
                  <a:pt x="170667" y="99148"/>
                  <a:pt x="181725" y="101154"/>
                  <a:pt x="192882" y="102394"/>
                </a:cubicBezTo>
                <a:lnTo>
                  <a:pt x="235744" y="107156"/>
                </a:lnTo>
                <a:cubicBezTo>
                  <a:pt x="240507" y="108744"/>
                  <a:pt x="245162" y="110702"/>
                  <a:pt x="250032" y="111919"/>
                </a:cubicBezTo>
                <a:cubicBezTo>
                  <a:pt x="256382" y="113506"/>
                  <a:pt x="262873" y="114610"/>
                  <a:pt x="269082" y="116681"/>
                </a:cubicBezTo>
                <a:cubicBezTo>
                  <a:pt x="271463" y="117475"/>
                  <a:pt x="273804" y="118403"/>
                  <a:pt x="276225" y="119063"/>
                </a:cubicBezTo>
                <a:cubicBezTo>
                  <a:pt x="282540" y="120785"/>
                  <a:pt x="288925" y="122238"/>
                  <a:pt x="295275" y="123825"/>
                </a:cubicBezTo>
                <a:cubicBezTo>
                  <a:pt x="298450" y="124619"/>
                  <a:pt x="301695" y="125171"/>
                  <a:pt x="304800" y="126206"/>
                </a:cubicBezTo>
                <a:cubicBezTo>
                  <a:pt x="309563" y="127794"/>
                  <a:pt x="314218" y="129752"/>
                  <a:pt x="319088" y="130969"/>
                </a:cubicBezTo>
                <a:cubicBezTo>
                  <a:pt x="322263" y="131763"/>
                  <a:pt x="325478" y="132410"/>
                  <a:pt x="328613" y="133350"/>
                </a:cubicBezTo>
                <a:cubicBezTo>
                  <a:pt x="333421" y="134793"/>
                  <a:pt x="338138" y="136525"/>
                  <a:pt x="342900" y="138113"/>
                </a:cubicBezTo>
                <a:cubicBezTo>
                  <a:pt x="347077" y="139505"/>
                  <a:pt x="355525" y="142523"/>
                  <a:pt x="359569" y="142875"/>
                </a:cubicBezTo>
                <a:cubicBezTo>
                  <a:pt x="380379" y="144684"/>
                  <a:pt x="454832" y="147109"/>
                  <a:pt x="469107" y="147638"/>
                </a:cubicBezTo>
                <a:cubicBezTo>
                  <a:pt x="482798" y="152202"/>
                  <a:pt x="471030" y="148752"/>
                  <a:pt x="492919" y="152400"/>
                </a:cubicBezTo>
                <a:cubicBezTo>
                  <a:pt x="496911" y="153065"/>
                  <a:pt x="500874" y="153903"/>
                  <a:pt x="504825" y="154781"/>
                </a:cubicBezTo>
                <a:cubicBezTo>
                  <a:pt x="508020" y="155491"/>
                  <a:pt x="511113" y="156677"/>
                  <a:pt x="514350" y="157163"/>
                </a:cubicBezTo>
                <a:cubicBezTo>
                  <a:pt x="527007" y="159062"/>
                  <a:pt x="552450" y="161925"/>
                  <a:pt x="552450" y="161925"/>
                </a:cubicBezTo>
                <a:cubicBezTo>
                  <a:pt x="573557" y="168961"/>
                  <a:pt x="561748" y="166134"/>
                  <a:pt x="588169" y="169069"/>
                </a:cubicBezTo>
                <a:cubicBezTo>
                  <a:pt x="600869" y="168275"/>
                  <a:pt x="613588" y="167745"/>
                  <a:pt x="626269" y="166688"/>
                </a:cubicBezTo>
                <a:cubicBezTo>
                  <a:pt x="632646" y="166156"/>
                  <a:pt x="638928" y="164626"/>
                  <a:pt x="645319" y="164306"/>
                </a:cubicBezTo>
                <a:cubicBezTo>
                  <a:pt x="686573" y="162243"/>
                  <a:pt x="769144" y="159544"/>
                  <a:pt x="769144" y="159544"/>
                </a:cubicBezTo>
                <a:cubicBezTo>
                  <a:pt x="773744" y="159161"/>
                  <a:pt x="814853" y="155894"/>
                  <a:pt x="821532" y="154781"/>
                </a:cubicBezTo>
                <a:cubicBezTo>
                  <a:pt x="827988" y="153705"/>
                  <a:pt x="834126" y="151095"/>
                  <a:pt x="840582" y="150019"/>
                </a:cubicBezTo>
                <a:lnTo>
                  <a:pt x="854869" y="147638"/>
                </a:lnTo>
                <a:cubicBezTo>
                  <a:pt x="893970" y="149142"/>
                  <a:pt x="909616" y="152404"/>
                  <a:pt x="942975" y="147638"/>
                </a:cubicBezTo>
                <a:cubicBezTo>
                  <a:pt x="953006" y="146205"/>
                  <a:pt x="947834" y="144534"/>
                  <a:pt x="957263" y="140494"/>
                </a:cubicBezTo>
                <a:cubicBezTo>
                  <a:pt x="967955" y="135912"/>
                  <a:pt x="964656" y="140369"/>
                  <a:pt x="973932" y="135731"/>
                </a:cubicBezTo>
                <a:cubicBezTo>
                  <a:pt x="992389" y="126502"/>
                  <a:pt x="970268" y="134571"/>
                  <a:pt x="988219" y="128588"/>
                </a:cubicBezTo>
                <a:cubicBezTo>
                  <a:pt x="990600" y="126207"/>
                  <a:pt x="992776" y="123600"/>
                  <a:pt x="995363" y="121444"/>
                </a:cubicBezTo>
                <a:cubicBezTo>
                  <a:pt x="997562" y="119612"/>
                  <a:pt x="1000368" y="118582"/>
                  <a:pt x="1002507" y="116681"/>
                </a:cubicBezTo>
                <a:cubicBezTo>
                  <a:pt x="1007541" y="112207"/>
                  <a:pt x="1011190" y="106130"/>
                  <a:pt x="1016794" y="102394"/>
                </a:cubicBezTo>
                <a:cubicBezTo>
                  <a:pt x="1019175" y="100806"/>
                  <a:pt x="1021799" y="99532"/>
                  <a:pt x="1023938" y="97631"/>
                </a:cubicBezTo>
                <a:cubicBezTo>
                  <a:pt x="1043212" y="80499"/>
                  <a:pt x="1030639" y="85872"/>
                  <a:pt x="1045369" y="80963"/>
                </a:cubicBezTo>
                <a:lnTo>
                  <a:pt x="1066800" y="66675"/>
                </a:lnTo>
                <a:lnTo>
                  <a:pt x="1073944" y="61913"/>
                </a:lnTo>
                <a:lnTo>
                  <a:pt x="1081088" y="57150"/>
                </a:lnTo>
                <a:cubicBezTo>
                  <a:pt x="1093784" y="38103"/>
                  <a:pt x="1077122" y="61115"/>
                  <a:pt x="1092994" y="45244"/>
                </a:cubicBezTo>
                <a:cubicBezTo>
                  <a:pt x="1095018" y="43220"/>
                  <a:pt x="1095969" y="40335"/>
                  <a:pt x="1097757" y="38100"/>
                </a:cubicBezTo>
                <a:cubicBezTo>
                  <a:pt x="1099159" y="36347"/>
                  <a:pt x="1100932" y="34925"/>
                  <a:pt x="1102519" y="33338"/>
                </a:cubicBezTo>
                <a:lnTo>
                  <a:pt x="1140619" y="169069"/>
                </a:lnTo>
                <a:lnTo>
                  <a:pt x="1140619" y="169069"/>
                </a:lnTo>
                <a:cubicBezTo>
                  <a:pt x="1136650" y="174625"/>
                  <a:pt x="1133249" y="180635"/>
                  <a:pt x="1128713" y="185738"/>
                </a:cubicBezTo>
                <a:cubicBezTo>
                  <a:pt x="1126812" y="187877"/>
                  <a:pt x="1123357" y="188265"/>
                  <a:pt x="1121569" y="190500"/>
                </a:cubicBezTo>
                <a:cubicBezTo>
                  <a:pt x="1120001" y="192460"/>
                  <a:pt x="1120756" y="195684"/>
                  <a:pt x="1119188" y="197644"/>
                </a:cubicBezTo>
                <a:cubicBezTo>
                  <a:pt x="1117400" y="199879"/>
                  <a:pt x="1114243" y="200574"/>
                  <a:pt x="1112044" y="202406"/>
                </a:cubicBezTo>
                <a:cubicBezTo>
                  <a:pt x="1088636" y="221912"/>
                  <a:pt x="1118870" y="197962"/>
                  <a:pt x="1100138" y="216694"/>
                </a:cubicBezTo>
                <a:cubicBezTo>
                  <a:pt x="1098114" y="218718"/>
                  <a:pt x="1095375" y="219869"/>
                  <a:pt x="1092994" y="221456"/>
                </a:cubicBezTo>
                <a:cubicBezTo>
                  <a:pt x="1080301" y="240498"/>
                  <a:pt x="1096957" y="217495"/>
                  <a:pt x="1081088" y="233363"/>
                </a:cubicBezTo>
                <a:cubicBezTo>
                  <a:pt x="1065209" y="249240"/>
                  <a:pt x="1088234" y="232565"/>
                  <a:pt x="1069182" y="245269"/>
                </a:cubicBezTo>
                <a:cubicBezTo>
                  <a:pt x="1067594" y="247650"/>
                  <a:pt x="1066846" y="250896"/>
                  <a:pt x="1064419" y="252413"/>
                </a:cubicBezTo>
                <a:cubicBezTo>
                  <a:pt x="1060162" y="255074"/>
                  <a:pt x="1050132" y="257175"/>
                  <a:pt x="1050132" y="257175"/>
                </a:cubicBezTo>
                <a:lnTo>
                  <a:pt x="1035844" y="266700"/>
                </a:lnTo>
                <a:cubicBezTo>
                  <a:pt x="1033463" y="268288"/>
                  <a:pt x="1031415" y="270558"/>
                  <a:pt x="1028700" y="271463"/>
                </a:cubicBezTo>
                <a:lnTo>
                  <a:pt x="1014413" y="276225"/>
                </a:lnTo>
                <a:cubicBezTo>
                  <a:pt x="1012032" y="277813"/>
                  <a:pt x="1009884" y="279826"/>
                  <a:pt x="1007269" y="280988"/>
                </a:cubicBezTo>
                <a:cubicBezTo>
                  <a:pt x="1002682" y="283027"/>
                  <a:pt x="992982" y="285750"/>
                  <a:pt x="992982" y="285750"/>
                </a:cubicBezTo>
                <a:cubicBezTo>
                  <a:pt x="990601" y="287338"/>
                  <a:pt x="988453" y="289351"/>
                  <a:pt x="985838" y="290513"/>
                </a:cubicBezTo>
                <a:cubicBezTo>
                  <a:pt x="981250" y="292552"/>
                  <a:pt x="976313" y="293688"/>
                  <a:pt x="971550" y="295275"/>
                </a:cubicBezTo>
                <a:lnTo>
                  <a:pt x="964407" y="297656"/>
                </a:lnTo>
                <a:lnTo>
                  <a:pt x="942975" y="304800"/>
                </a:lnTo>
                <a:cubicBezTo>
                  <a:pt x="940594" y="305594"/>
                  <a:pt x="938267" y="306572"/>
                  <a:pt x="935832" y="307181"/>
                </a:cubicBezTo>
                <a:cubicBezTo>
                  <a:pt x="932657" y="307975"/>
                  <a:pt x="929442" y="308623"/>
                  <a:pt x="926307" y="309563"/>
                </a:cubicBezTo>
                <a:cubicBezTo>
                  <a:pt x="921499" y="311006"/>
                  <a:pt x="912019" y="314325"/>
                  <a:pt x="912019" y="314325"/>
                </a:cubicBezTo>
                <a:cubicBezTo>
                  <a:pt x="909638" y="315913"/>
                  <a:pt x="907490" y="317926"/>
                  <a:pt x="904875" y="319088"/>
                </a:cubicBezTo>
                <a:cubicBezTo>
                  <a:pt x="900288" y="321127"/>
                  <a:pt x="890588" y="323850"/>
                  <a:pt x="890588" y="323850"/>
                </a:cubicBezTo>
                <a:cubicBezTo>
                  <a:pt x="889794" y="326231"/>
                  <a:pt x="890250" y="329535"/>
                  <a:pt x="888207" y="330994"/>
                </a:cubicBezTo>
                <a:cubicBezTo>
                  <a:pt x="884122" y="333912"/>
                  <a:pt x="873919" y="335756"/>
                  <a:pt x="873919" y="335756"/>
                </a:cubicBezTo>
                <a:cubicBezTo>
                  <a:pt x="871538" y="337344"/>
                  <a:pt x="868974" y="338687"/>
                  <a:pt x="866775" y="340519"/>
                </a:cubicBezTo>
                <a:cubicBezTo>
                  <a:pt x="864188" y="342675"/>
                  <a:pt x="862576" y="346028"/>
                  <a:pt x="859632" y="347663"/>
                </a:cubicBezTo>
                <a:cubicBezTo>
                  <a:pt x="855244" y="350101"/>
                  <a:pt x="850107" y="350838"/>
                  <a:pt x="845344" y="352425"/>
                </a:cubicBezTo>
                <a:lnTo>
                  <a:pt x="831057" y="357188"/>
                </a:lnTo>
                <a:cubicBezTo>
                  <a:pt x="828676" y="357982"/>
                  <a:pt x="826374" y="359077"/>
                  <a:pt x="823913" y="359569"/>
                </a:cubicBezTo>
                <a:cubicBezTo>
                  <a:pt x="815975" y="361156"/>
                  <a:pt x="807779" y="361771"/>
                  <a:pt x="800100" y="364331"/>
                </a:cubicBezTo>
                <a:lnTo>
                  <a:pt x="785813" y="369094"/>
                </a:lnTo>
                <a:lnTo>
                  <a:pt x="778669" y="371475"/>
                </a:lnTo>
                <a:cubicBezTo>
                  <a:pt x="767349" y="379023"/>
                  <a:pt x="774240" y="375333"/>
                  <a:pt x="757238" y="381000"/>
                </a:cubicBezTo>
                <a:cubicBezTo>
                  <a:pt x="751581" y="382885"/>
                  <a:pt x="746542" y="384767"/>
                  <a:pt x="740569" y="385763"/>
                </a:cubicBezTo>
                <a:cubicBezTo>
                  <a:pt x="728155" y="387832"/>
                  <a:pt x="721058" y="387404"/>
                  <a:pt x="709613" y="390525"/>
                </a:cubicBezTo>
                <a:cubicBezTo>
                  <a:pt x="704770" y="391846"/>
                  <a:pt x="700088" y="393700"/>
                  <a:pt x="695325" y="395288"/>
                </a:cubicBezTo>
                <a:lnTo>
                  <a:pt x="688182" y="397669"/>
                </a:lnTo>
                <a:lnTo>
                  <a:pt x="681038" y="400050"/>
                </a:lnTo>
                <a:cubicBezTo>
                  <a:pt x="676275" y="403225"/>
                  <a:pt x="672180" y="407765"/>
                  <a:pt x="666750" y="409575"/>
                </a:cubicBezTo>
                <a:cubicBezTo>
                  <a:pt x="661988" y="411163"/>
                  <a:pt x="656640" y="411554"/>
                  <a:pt x="652463" y="414338"/>
                </a:cubicBezTo>
                <a:cubicBezTo>
                  <a:pt x="650082" y="415925"/>
                  <a:pt x="647934" y="417938"/>
                  <a:pt x="645319" y="419100"/>
                </a:cubicBezTo>
                <a:cubicBezTo>
                  <a:pt x="645305" y="419106"/>
                  <a:pt x="627467" y="425051"/>
                  <a:pt x="623888" y="426244"/>
                </a:cubicBezTo>
                <a:lnTo>
                  <a:pt x="595313" y="435769"/>
                </a:lnTo>
                <a:lnTo>
                  <a:pt x="588169" y="438150"/>
                </a:lnTo>
                <a:cubicBezTo>
                  <a:pt x="585788" y="438944"/>
                  <a:pt x="583486" y="440039"/>
                  <a:pt x="581025" y="440531"/>
                </a:cubicBezTo>
                <a:cubicBezTo>
                  <a:pt x="577056" y="441325"/>
                  <a:pt x="573024" y="441848"/>
                  <a:pt x="569119" y="442913"/>
                </a:cubicBezTo>
                <a:cubicBezTo>
                  <a:pt x="564276" y="444234"/>
                  <a:pt x="554832" y="447675"/>
                  <a:pt x="554832" y="447675"/>
                </a:cubicBezTo>
                <a:lnTo>
                  <a:pt x="540544" y="457200"/>
                </a:lnTo>
                <a:lnTo>
                  <a:pt x="550069" y="469106"/>
                </a:lnTo>
                <a:cubicBezTo>
                  <a:pt x="546100" y="474662"/>
                  <a:pt x="541400" y="479763"/>
                  <a:pt x="538163" y="485775"/>
                </a:cubicBezTo>
                <a:cubicBezTo>
                  <a:pt x="535783" y="490195"/>
                  <a:pt x="536185" y="495886"/>
                  <a:pt x="533400" y="500063"/>
                </a:cubicBezTo>
                <a:lnTo>
                  <a:pt x="528638" y="507206"/>
                </a:lnTo>
                <a:cubicBezTo>
                  <a:pt x="527844" y="511175"/>
                  <a:pt x="526257" y="515065"/>
                  <a:pt x="526257" y="519113"/>
                </a:cubicBezTo>
                <a:cubicBezTo>
                  <a:pt x="526257" y="599995"/>
                  <a:pt x="519813" y="578364"/>
                  <a:pt x="531019" y="611981"/>
                </a:cubicBezTo>
                <a:cubicBezTo>
                  <a:pt x="532481" y="620755"/>
                  <a:pt x="533781" y="629503"/>
                  <a:pt x="535782" y="638175"/>
                </a:cubicBezTo>
                <a:cubicBezTo>
                  <a:pt x="542899" y="669012"/>
                  <a:pt x="538595" y="645529"/>
                  <a:pt x="542925" y="671513"/>
                </a:cubicBezTo>
                <a:cubicBezTo>
                  <a:pt x="543719" y="685800"/>
                  <a:pt x="545307" y="700066"/>
                  <a:pt x="545307" y="714375"/>
                </a:cubicBezTo>
                <a:cubicBezTo>
                  <a:pt x="545307" y="724724"/>
                  <a:pt x="544209" y="735062"/>
                  <a:pt x="542925" y="745331"/>
                </a:cubicBezTo>
                <a:cubicBezTo>
                  <a:pt x="542614" y="747822"/>
                  <a:pt x="540544" y="752475"/>
                  <a:pt x="540544" y="752475"/>
                </a:cubicBezTo>
                <a:lnTo>
                  <a:pt x="476250" y="754856"/>
                </a:lnTo>
                <a:lnTo>
                  <a:pt x="426244" y="740569"/>
                </a:lnTo>
                <a:lnTo>
                  <a:pt x="397669" y="726281"/>
                </a:lnTo>
                <a:lnTo>
                  <a:pt x="383382" y="688181"/>
                </a:lnTo>
                <a:lnTo>
                  <a:pt x="381000" y="492919"/>
                </a:lnTo>
                <a:lnTo>
                  <a:pt x="371475" y="466725"/>
                </a:lnTo>
                <a:lnTo>
                  <a:pt x="273844" y="369094"/>
                </a:lnTo>
                <a:lnTo>
                  <a:pt x="223838" y="345281"/>
                </a:lnTo>
                <a:lnTo>
                  <a:pt x="64294" y="245269"/>
                </a:lnTo>
                <a:lnTo>
                  <a:pt x="0" y="152400"/>
                </a:lnTo>
                <a:lnTo>
                  <a:pt x="0" y="102394"/>
                </a:lnTo>
                <a:lnTo>
                  <a:pt x="2382" y="61913"/>
                </a:lnTo>
                <a:cubicBezTo>
                  <a:pt x="5089" y="56498"/>
                  <a:pt x="11234" y="42242"/>
                  <a:pt x="16669" y="35719"/>
                </a:cubicBezTo>
                <a:cubicBezTo>
                  <a:pt x="18825" y="33132"/>
                  <a:pt x="23813" y="28575"/>
                  <a:pt x="42863" y="0"/>
                </a:cubicBez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6138863" y="3552825"/>
            <a:ext cx="195262" cy="373856"/>
          </a:xfrm>
          <a:custGeom>
            <a:avLst/>
            <a:gdLst>
              <a:gd name="connsiteX0" fmla="*/ 0 w 195262"/>
              <a:gd name="connsiteY0" fmla="*/ 202406 h 373856"/>
              <a:gd name="connsiteX1" fmla="*/ 0 w 195262"/>
              <a:gd name="connsiteY1" fmla="*/ 202406 h 373856"/>
              <a:gd name="connsiteX2" fmla="*/ 16668 w 195262"/>
              <a:gd name="connsiteY2" fmla="*/ 178594 h 373856"/>
              <a:gd name="connsiteX3" fmla="*/ 26193 w 195262"/>
              <a:gd name="connsiteY3" fmla="*/ 150019 h 373856"/>
              <a:gd name="connsiteX4" fmla="*/ 28575 w 195262"/>
              <a:gd name="connsiteY4" fmla="*/ 142875 h 373856"/>
              <a:gd name="connsiteX5" fmla="*/ 30956 w 195262"/>
              <a:gd name="connsiteY5" fmla="*/ 135731 h 373856"/>
              <a:gd name="connsiteX6" fmla="*/ 35718 w 195262"/>
              <a:gd name="connsiteY6" fmla="*/ 128588 h 373856"/>
              <a:gd name="connsiteX7" fmla="*/ 40481 w 195262"/>
              <a:gd name="connsiteY7" fmla="*/ 109538 h 373856"/>
              <a:gd name="connsiteX8" fmla="*/ 38100 w 195262"/>
              <a:gd name="connsiteY8" fmla="*/ 52388 h 373856"/>
              <a:gd name="connsiteX9" fmla="*/ 195262 w 195262"/>
              <a:gd name="connsiteY9" fmla="*/ 0 h 373856"/>
              <a:gd name="connsiteX10" fmla="*/ 140493 w 195262"/>
              <a:gd name="connsiteY10" fmla="*/ 223838 h 373856"/>
              <a:gd name="connsiteX11" fmla="*/ 100012 w 195262"/>
              <a:gd name="connsiteY11" fmla="*/ 311944 h 373856"/>
              <a:gd name="connsiteX12" fmla="*/ 40481 w 195262"/>
              <a:gd name="connsiteY12" fmla="*/ 369094 h 373856"/>
              <a:gd name="connsiteX13" fmla="*/ 19050 w 195262"/>
              <a:gd name="connsiteY13" fmla="*/ 373856 h 373856"/>
              <a:gd name="connsiteX14" fmla="*/ 0 w 195262"/>
              <a:gd name="connsiteY14" fmla="*/ 202406 h 37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5262" h="373856">
                <a:moveTo>
                  <a:pt x="0" y="202406"/>
                </a:moveTo>
                <a:lnTo>
                  <a:pt x="0" y="202406"/>
                </a:lnTo>
                <a:cubicBezTo>
                  <a:pt x="5556" y="194469"/>
                  <a:pt x="13604" y="187785"/>
                  <a:pt x="16668" y="178594"/>
                </a:cubicBezTo>
                <a:lnTo>
                  <a:pt x="26193" y="150019"/>
                </a:lnTo>
                <a:lnTo>
                  <a:pt x="28575" y="142875"/>
                </a:lnTo>
                <a:cubicBezTo>
                  <a:pt x="29369" y="140494"/>
                  <a:pt x="29564" y="137820"/>
                  <a:pt x="30956" y="135731"/>
                </a:cubicBezTo>
                <a:cubicBezTo>
                  <a:pt x="32543" y="133350"/>
                  <a:pt x="34438" y="131147"/>
                  <a:pt x="35718" y="128588"/>
                </a:cubicBezTo>
                <a:cubicBezTo>
                  <a:pt x="38161" y="123703"/>
                  <a:pt x="39574" y="114072"/>
                  <a:pt x="40481" y="109538"/>
                </a:cubicBezTo>
                <a:cubicBezTo>
                  <a:pt x="39687" y="90488"/>
                  <a:pt x="38100" y="52388"/>
                  <a:pt x="38100" y="52388"/>
                </a:cubicBezTo>
                <a:lnTo>
                  <a:pt x="195262" y="0"/>
                </a:lnTo>
                <a:lnTo>
                  <a:pt x="140493" y="223838"/>
                </a:lnTo>
                <a:lnTo>
                  <a:pt x="100012" y="311944"/>
                </a:lnTo>
                <a:lnTo>
                  <a:pt x="40481" y="369094"/>
                </a:lnTo>
                <a:lnTo>
                  <a:pt x="19050" y="373856"/>
                </a:lnTo>
                <a:lnTo>
                  <a:pt x="0" y="202406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5655469" y="3057525"/>
            <a:ext cx="476250" cy="278606"/>
          </a:xfrm>
          <a:custGeom>
            <a:avLst/>
            <a:gdLst>
              <a:gd name="connsiteX0" fmla="*/ 0 w 476250"/>
              <a:gd name="connsiteY0" fmla="*/ 116681 h 278606"/>
              <a:gd name="connsiteX1" fmla="*/ 42862 w 476250"/>
              <a:gd name="connsiteY1" fmla="*/ 47625 h 278606"/>
              <a:gd name="connsiteX2" fmla="*/ 161925 w 476250"/>
              <a:gd name="connsiteY2" fmla="*/ 11906 h 278606"/>
              <a:gd name="connsiteX3" fmla="*/ 297656 w 476250"/>
              <a:gd name="connsiteY3" fmla="*/ 0 h 278606"/>
              <a:gd name="connsiteX4" fmla="*/ 369094 w 476250"/>
              <a:gd name="connsiteY4" fmla="*/ 2381 h 278606"/>
              <a:gd name="connsiteX5" fmla="*/ 457200 w 476250"/>
              <a:gd name="connsiteY5" fmla="*/ 11906 h 278606"/>
              <a:gd name="connsiteX6" fmla="*/ 476250 w 476250"/>
              <a:gd name="connsiteY6" fmla="*/ 47625 h 278606"/>
              <a:gd name="connsiteX7" fmla="*/ 469106 w 476250"/>
              <a:gd name="connsiteY7" fmla="*/ 69056 h 278606"/>
              <a:gd name="connsiteX8" fmla="*/ 469106 w 476250"/>
              <a:gd name="connsiteY8" fmla="*/ 85725 h 278606"/>
              <a:gd name="connsiteX9" fmla="*/ 440531 w 476250"/>
              <a:gd name="connsiteY9" fmla="*/ 85725 h 278606"/>
              <a:gd name="connsiteX10" fmla="*/ 428625 w 476250"/>
              <a:gd name="connsiteY10" fmla="*/ 123825 h 278606"/>
              <a:gd name="connsiteX11" fmla="*/ 428625 w 476250"/>
              <a:gd name="connsiteY11" fmla="*/ 159544 h 278606"/>
              <a:gd name="connsiteX12" fmla="*/ 442912 w 476250"/>
              <a:gd name="connsiteY12" fmla="*/ 171450 h 278606"/>
              <a:gd name="connsiteX13" fmla="*/ 457200 w 476250"/>
              <a:gd name="connsiteY13" fmla="*/ 180975 h 278606"/>
              <a:gd name="connsiteX14" fmla="*/ 469106 w 476250"/>
              <a:gd name="connsiteY14" fmla="*/ 180975 h 278606"/>
              <a:gd name="connsiteX15" fmla="*/ 459581 w 476250"/>
              <a:gd name="connsiteY15" fmla="*/ 247650 h 278606"/>
              <a:gd name="connsiteX16" fmla="*/ 445294 w 476250"/>
              <a:gd name="connsiteY16" fmla="*/ 261938 h 278606"/>
              <a:gd name="connsiteX17" fmla="*/ 433387 w 476250"/>
              <a:gd name="connsiteY17" fmla="*/ 278606 h 278606"/>
              <a:gd name="connsiteX18" fmla="*/ 416719 w 476250"/>
              <a:gd name="connsiteY18" fmla="*/ 264319 h 278606"/>
              <a:gd name="connsiteX19" fmla="*/ 409575 w 476250"/>
              <a:gd name="connsiteY19" fmla="*/ 245269 h 278606"/>
              <a:gd name="connsiteX20" fmla="*/ 395287 w 476250"/>
              <a:gd name="connsiteY20" fmla="*/ 207169 h 278606"/>
              <a:gd name="connsiteX21" fmla="*/ 381000 w 476250"/>
              <a:gd name="connsiteY21" fmla="*/ 190500 h 278606"/>
              <a:gd name="connsiteX22" fmla="*/ 376237 w 476250"/>
              <a:gd name="connsiteY22" fmla="*/ 183356 h 278606"/>
              <a:gd name="connsiteX23" fmla="*/ 369094 w 476250"/>
              <a:gd name="connsiteY23" fmla="*/ 178594 h 278606"/>
              <a:gd name="connsiteX24" fmla="*/ 357187 w 476250"/>
              <a:gd name="connsiteY24" fmla="*/ 164306 h 278606"/>
              <a:gd name="connsiteX25" fmla="*/ 326231 w 476250"/>
              <a:gd name="connsiteY25" fmla="*/ 157163 h 278606"/>
              <a:gd name="connsiteX26" fmla="*/ 319087 w 476250"/>
              <a:gd name="connsiteY26" fmla="*/ 154781 h 278606"/>
              <a:gd name="connsiteX27" fmla="*/ 278606 w 476250"/>
              <a:gd name="connsiteY27" fmla="*/ 150019 h 278606"/>
              <a:gd name="connsiteX28" fmla="*/ 259556 w 476250"/>
              <a:gd name="connsiteY28" fmla="*/ 145256 h 278606"/>
              <a:gd name="connsiteX29" fmla="*/ 235744 w 476250"/>
              <a:gd name="connsiteY29" fmla="*/ 142875 h 278606"/>
              <a:gd name="connsiteX30" fmla="*/ 190500 w 476250"/>
              <a:gd name="connsiteY30" fmla="*/ 138113 h 278606"/>
              <a:gd name="connsiteX31" fmla="*/ 111919 w 476250"/>
              <a:gd name="connsiteY31" fmla="*/ 140494 h 278606"/>
              <a:gd name="connsiteX32" fmla="*/ 97631 w 476250"/>
              <a:gd name="connsiteY32" fmla="*/ 145256 h 278606"/>
              <a:gd name="connsiteX33" fmla="*/ 78581 w 476250"/>
              <a:gd name="connsiteY33" fmla="*/ 150019 h 278606"/>
              <a:gd name="connsiteX34" fmla="*/ 57150 w 476250"/>
              <a:gd name="connsiteY34" fmla="*/ 161925 h 278606"/>
              <a:gd name="connsiteX35" fmla="*/ 50006 w 476250"/>
              <a:gd name="connsiteY35" fmla="*/ 166688 h 278606"/>
              <a:gd name="connsiteX36" fmla="*/ 42862 w 476250"/>
              <a:gd name="connsiteY36" fmla="*/ 169069 h 278606"/>
              <a:gd name="connsiteX37" fmla="*/ 0 w 476250"/>
              <a:gd name="connsiteY37" fmla="*/ 116681 h 278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76250" h="278606">
                <a:moveTo>
                  <a:pt x="0" y="116681"/>
                </a:moveTo>
                <a:lnTo>
                  <a:pt x="42862" y="47625"/>
                </a:lnTo>
                <a:lnTo>
                  <a:pt x="161925" y="11906"/>
                </a:lnTo>
                <a:lnTo>
                  <a:pt x="297656" y="0"/>
                </a:lnTo>
                <a:lnTo>
                  <a:pt x="369094" y="2381"/>
                </a:lnTo>
                <a:lnTo>
                  <a:pt x="457200" y="11906"/>
                </a:lnTo>
                <a:lnTo>
                  <a:pt x="476250" y="47625"/>
                </a:lnTo>
                <a:lnTo>
                  <a:pt x="469106" y="69056"/>
                </a:lnTo>
                <a:lnTo>
                  <a:pt x="469106" y="85725"/>
                </a:lnTo>
                <a:lnTo>
                  <a:pt x="440531" y="85725"/>
                </a:lnTo>
                <a:lnTo>
                  <a:pt x="428625" y="123825"/>
                </a:lnTo>
                <a:lnTo>
                  <a:pt x="428625" y="159544"/>
                </a:lnTo>
                <a:lnTo>
                  <a:pt x="442912" y="171450"/>
                </a:lnTo>
                <a:lnTo>
                  <a:pt x="457200" y="180975"/>
                </a:lnTo>
                <a:lnTo>
                  <a:pt x="469106" y="180975"/>
                </a:lnTo>
                <a:lnTo>
                  <a:pt x="459581" y="247650"/>
                </a:lnTo>
                <a:lnTo>
                  <a:pt x="445294" y="261938"/>
                </a:lnTo>
                <a:lnTo>
                  <a:pt x="433387" y="278606"/>
                </a:lnTo>
                <a:lnTo>
                  <a:pt x="416719" y="264319"/>
                </a:lnTo>
                <a:lnTo>
                  <a:pt x="409575" y="245269"/>
                </a:lnTo>
                <a:lnTo>
                  <a:pt x="395287" y="207169"/>
                </a:lnTo>
                <a:cubicBezTo>
                  <a:pt x="390525" y="201613"/>
                  <a:pt x="385571" y="196214"/>
                  <a:pt x="381000" y="190500"/>
                </a:cubicBezTo>
                <a:cubicBezTo>
                  <a:pt x="379212" y="188265"/>
                  <a:pt x="378261" y="185380"/>
                  <a:pt x="376237" y="183356"/>
                </a:cubicBezTo>
                <a:cubicBezTo>
                  <a:pt x="374214" y="181333"/>
                  <a:pt x="371475" y="180181"/>
                  <a:pt x="369094" y="178594"/>
                </a:cubicBezTo>
                <a:cubicBezTo>
                  <a:pt x="366130" y="174148"/>
                  <a:pt x="362040" y="167002"/>
                  <a:pt x="357187" y="164306"/>
                </a:cubicBezTo>
                <a:cubicBezTo>
                  <a:pt x="348136" y="159278"/>
                  <a:pt x="336062" y="158567"/>
                  <a:pt x="326231" y="157163"/>
                </a:cubicBezTo>
                <a:cubicBezTo>
                  <a:pt x="323850" y="156369"/>
                  <a:pt x="321522" y="155390"/>
                  <a:pt x="319087" y="154781"/>
                </a:cubicBezTo>
                <a:cubicBezTo>
                  <a:pt x="304196" y="151058"/>
                  <a:pt x="296129" y="151479"/>
                  <a:pt x="278606" y="150019"/>
                </a:cubicBezTo>
                <a:cubicBezTo>
                  <a:pt x="270596" y="147349"/>
                  <a:pt x="269129" y="146533"/>
                  <a:pt x="259556" y="145256"/>
                </a:cubicBezTo>
                <a:cubicBezTo>
                  <a:pt x="251649" y="144202"/>
                  <a:pt x="243672" y="143756"/>
                  <a:pt x="235744" y="142875"/>
                </a:cubicBezTo>
                <a:cubicBezTo>
                  <a:pt x="188920" y="137673"/>
                  <a:pt x="249199" y="143449"/>
                  <a:pt x="190500" y="138113"/>
                </a:cubicBezTo>
                <a:cubicBezTo>
                  <a:pt x="164306" y="138907"/>
                  <a:pt x="138048" y="138484"/>
                  <a:pt x="111919" y="140494"/>
                </a:cubicBezTo>
                <a:cubicBezTo>
                  <a:pt x="106914" y="140879"/>
                  <a:pt x="102554" y="144271"/>
                  <a:pt x="97631" y="145256"/>
                </a:cubicBezTo>
                <a:cubicBezTo>
                  <a:pt x="94337" y="145915"/>
                  <a:pt x="82697" y="147732"/>
                  <a:pt x="78581" y="150019"/>
                </a:cubicBezTo>
                <a:cubicBezTo>
                  <a:pt x="54017" y="163665"/>
                  <a:pt x="73315" y="156537"/>
                  <a:pt x="57150" y="161925"/>
                </a:cubicBezTo>
                <a:cubicBezTo>
                  <a:pt x="54769" y="163513"/>
                  <a:pt x="52566" y="165408"/>
                  <a:pt x="50006" y="166688"/>
                </a:cubicBezTo>
                <a:cubicBezTo>
                  <a:pt x="47761" y="167811"/>
                  <a:pt x="42862" y="169069"/>
                  <a:pt x="42862" y="169069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6286500" y="3067050"/>
            <a:ext cx="426244" cy="261938"/>
          </a:xfrm>
          <a:custGeom>
            <a:avLst/>
            <a:gdLst>
              <a:gd name="connsiteX0" fmla="*/ 0 w 426244"/>
              <a:gd name="connsiteY0" fmla="*/ 261938 h 261938"/>
              <a:gd name="connsiteX1" fmla="*/ 4763 w 426244"/>
              <a:gd name="connsiteY1" fmla="*/ 188119 h 261938"/>
              <a:gd name="connsiteX2" fmla="*/ 33338 w 426244"/>
              <a:gd name="connsiteY2" fmla="*/ 100013 h 261938"/>
              <a:gd name="connsiteX3" fmla="*/ 28575 w 426244"/>
              <a:gd name="connsiteY3" fmla="*/ 76200 h 261938"/>
              <a:gd name="connsiteX4" fmla="*/ 109538 w 426244"/>
              <a:gd name="connsiteY4" fmla="*/ 100013 h 261938"/>
              <a:gd name="connsiteX5" fmla="*/ 111919 w 426244"/>
              <a:gd name="connsiteY5" fmla="*/ 69056 h 261938"/>
              <a:gd name="connsiteX6" fmla="*/ 107156 w 426244"/>
              <a:gd name="connsiteY6" fmla="*/ 11906 h 261938"/>
              <a:gd name="connsiteX7" fmla="*/ 107156 w 426244"/>
              <a:gd name="connsiteY7" fmla="*/ 0 h 261938"/>
              <a:gd name="connsiteX8" fmla="*/ 238125 w 426244"/>
              <a:gd name="connsiteY8" fmla="*/ 21431 h 261938"/>
              <a:gd name="connsiteX9" fmla="*/ 309563 w 426244"/>
              <a:gd name="connsiteY9" fmla="*/ 47625 h 261938"/>
              <a:gd name="connsiteX10" fmla="*/ 376238 w 426244"/>
              <a:gd name="connsiteY10" fmla="*/ 76200 h 261938"/>
              <a:gd name="connsiteX11" fmla="*/ 404813 w 426244"/>
              <a:gd name="connsiteY11" fmla="*/ 104775 h 261938"/>
              <a:gd name="connsiteX12" fmla="*/ 426244 w 426244"/>
              <a:gd name="connsiteY12" fmla="*/ 145256 h 261938"/>
              <a:gd name="connsiteX13" fmla="*/ 359569 w 426244"/>
              <a:gd name="connsiteY13" fmla="*/ 202406 h 261938"/>
              <a:gd name="connsiteX14" fmla="*/ 340519 w 426244"/>
              <a:gd name="connsiteY14" fmla="*/ 183356 h 261938"/>
              <a:gd name="connsiteX15" fmla="*/ 250031 w 426244"/>
              <a:gd name="connsiteY15" fmla="*/ 204788 h 261938"/>
              <a:gd name="connsiteX16" fmla="*/ 219075 w 426244"/>
              <a:gd name="connsiteY16" fmla="*/ 230981 h 261938"/>
              <a:gd name="connsiteX17" fmla="*/ 202406 w 426244"/>
              <a:gd name="connsiteY17" fmla="*/ 257175 h 261938"/>
              <a:gd name="connsiteX18" fmla="*/ 0 w 426244"/>
              <a:gd name="connsiteY18" fmla="*/ 261938 h 261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26244" h="261938">
                <a:moveTo>
                  <a:pt x="0" y="261938"/>
                </a:moveTo>
                <a:lnTo>
                  <a:pt x="4763" y="188119"/>
                </a:lnTo>
                <a:lnTo>
                  <a:pt x="33338" y="100013"/>
                </a:lnTo>
                <a:lnTo>
                  <a:pt x="28575" y="76200"/>
                </a:lnTo>
                <a:lnTo>
                  <a:pt x="109538" y="100013"/>
                </a:lnTo>
                <a:lnTo>
                  <a:pt x="111919" y="69056"/>
                </a:lnTo>
                <a:lnTo>
                  <a:pt x="107156" y="11906"/>
                </a:lnTo>
                <a:lnTo>
                  <a:pt x="107156" y="0"/>
                </a:lnTo>
                <a:lnTo>
                  <a:pt x="238125" y="21431"/>
                </a:lnTo>
                <a:lnTo>
                  <a:pt x="309563" y="47625"/>
                </a:lnTo>
                <a:lnTo>
                  <a:pt x="376238" y="76200"/>
                </a:lnTo>
                <a:lnTo>
                  <a:pt x="404813" y="104775"/>
                </a:lnTo>
                <a:lnTo>
                  <a:pt x="426244" y="145256"/>
                </a:lnTo>
                <a:lnTo>
                  <a:pt x="359569" y="202406"/>
                </a:lnTo>
                <a:lnTo>
                  <a:pt x="340519" y="183356"/>
                </a:lnTo>
                <a:lnTo>
                  <a:pt x="250031" y="204788"/>
                </a:lnTo>
                <a:lnTo>
                  <a:pt x="219075" y="230981"/>
                </a:lnTo>
                <a:lnTo>
                  <a:pt x="202406" y="257175"/>
                </a:lnTo>
                <a:lnTo>
                  <a:pt x="0" y="261938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5734050" y="4559300"/>
            <a:ext cx="387350" cy="1022350"/>
          </a:xfrm>
          <a:custGeom>
            <a:avLst/>
            <a:gdLst>
              <a:gd name="connsiteX0" fmla="*/ 76200 w 387350"/>
              <a:gd name="connsiteY0" fmla="*/ 984250 h 1022350"/>
              <a:gd name="connsiteX1" fmla="*/ 177800 w 387350"/>
              <a:gd name="connsiteY1" fmla="*/ 1022350 h 1022350"/>
              <a:gd name="connsiteX2" fmla="*/ 260350 w 387350"/>
              <a:gd name="connsiteY2" fmla="*/ 1009650 h 1022350"/>
              <a:gd name="connsiteX3" fmla="*/ 317500 w 387350"/>
              <a:gd name="connsiteY3" fmla="*/ 946150 h 1022350"/>
              <a:gd name="connsiteX4" fmla="*/ 330200 w 387350"/>
              <a:gd name="connsiteY4" fmla="*/ 742950 h 1022350"/>
              <a:gd name="connsiteX5" fmla="*/ 387350 w 387350"/>
              <a:gd name="connsiteY5" fmla="*/ 406400 h 1022350"/>
              <a:gd name="connsiteX6" fmla="*/ 381000 w 387350"/>
              <a:gd name="connsiteY6" fmla="*/ 203200 h 1022350"/>
              <a:gd name="connsiteX7" fmla="*/ 355600 w 387350"/>
              <a:gd name="connsiteY7" fmla="*/ 31750 h 1022350"/>
              <a:gd name="connsiteX8" fmla="*/ 355600 w 387350"/>
              <a:gd name="connsiteY8" fmla="*/ 0 h 1022350"/>
              <a:gd name="connsiteX9" fmla="*/ 228600 w 387350"/>
              <a:gd name="connsiteY9" fmla="*/ 63500 h 1022350"/>
              <a:gd name="connsiteX10" fmla="*/ 171450 w 387350"/>
              <a:gd name="connsiteY10" fmla="*/ 114300 h 1022350"/>
              <a:gd name="connsiteX11" fmla="*/ 31750 w 387350"/>
              <a:gd name="connsiteY11" fmla="*/ 95250 h 1022350"/>
              <a:gd name="connsiteX12" fmla="*/ 0 w 387350"/>
              <a:gd name="connsiteY12" fmla="*/ 69850 h 1022350"/>
              <a:gd name="connsiteX13" fmla="*/ 0 w 387350"/>
              <a:gd name="connsiteY13" fmla="*/ 69850 h 1022350"/>
              <a:gd name="connsiteX14" fmla="*/ 19050 w 387350"/>
              <a:gd name="connsiteY14" fmla="*/ 241300 h 1022350"/>
              <a:gd name="connsiteX15" fmla="*/ 50800 w 387350"/>
              <a:gd name="connsiteY15" fmla="*/ 457200 h 1022350"/>
              <a:gd name="connsiteX16" fmla="*/ 63500 w 387350"/>
              <a:gd name="connsiteY16" fmla="*/ 635000 h 1022350"/>
              <a:gd name="connsiteX17" fmla="*/ 88900 w 387350"/>
              <a:gd name="connsiteY17" fmla="*/ 723900 h 1022350"/>
              <a:gd name="connsiteX18" fmla="*/ 95250 w 387350"/>
              <a:gd name="connsiteY18" fmla="*/ 863600 h 1022350"/>
              <a:gd name="connsiteX19" fmla="*/ 76200 w 387350"/>
              <a:gd name="connsiteY19" fmla="*/ 984250 h 102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87350" h="1022350">
                <a:moveTo>
                  <a:pt x="76200" y="984250"/>
                </a:moveTo>
                <a:lnTo>
                  <a:pt x="177800" y="1022350"/>
                </a:lnTo>
                <a:lnTo>
                  <a:pt x="260350" y="1009650"/>
                </a:lnTo>
                <a:lnTo>
                  <a:pt x="317500" y="946150"/>
                </a:lnTo>
                <a:lnTo>
                  <a:pt x="330200" y="742950"/>
                </a:lnTo>
                <a:lnTo>
                  <a:pt x="387350" y="406400"/>
                </a:lnTo>
                <a:lnTo>
                  <a:pt x="381000" y="203200"/>
                </a:lnTo>
                <a:lnTo>
                  <a:pt x="355600" y="31750"/>
                </a:lnTo>
                <a:lnTo>
                  <a:pt x="355600" y="0"/>
                </a:lnTo>
                <a:lnTo>
                  <a:pt x="228600" y="63500"/>
                </a:lnTo>
                <a:lnTo>
                  <a:pt x="171450" y="114300"/>
                </a:lnTo>
                <a:cubicBezTo>
                  <a:pt x="154791" y="113259"/>
                  <a:pt x="63260" y="116257"/>
                  <a:pt x="31750" y="95250"/>
                </a:cubicBezTo>
                <a:cubicBezTo>
                  <a:pt x="7719" y="79229"/>
                  <a:pt x="18096" y="87946"/>
                  <a:pt x="0" y="69850"/>
                </a:cubicBezTo>
                <a:lnTo>
                  <a:pt x="0" y="69850"/>
                </a:lnTo>
                <a:lnTo>
                  <a:pt x="19050" y="241300"/>
                </a:lnTo>
                <a:lnTo>
                  <a:pt x="50800" y="457200"/>
                </a:lnTo>
                <a:lnTo>
                  <a:pt x="63500" y="635000"/>
                </a:lnTo>
                <a:lnTo>
                  <a:pt x="88900" y="723900"/>
                </a:lnTo>
                <a:lnTo>
                  <a:pt x="95250" y="863600"/>
                </a:lnTo>
                <a:lnTo>
                  <a:pt x="76200" y="984250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6242050" y="4641850"/>
            <a:ext cx="368300" cy="1003300"/>
          </a:xfrm>
          <a:custGeom>
            <a:avLst/>
            <a:gdLst>
              <a:gd name="connsiteX0" fmla="*/ 63500 w 368300"/>
              <a:gd name="connsiteY0" fmla="*/ 971550 h 1003300"/>
              <a:gd name="connsiteX1" fmla="*/ 69850 w 368300"/>
              <a:gd name="connsiteY1" fmla="*/ 692150 h 1003300"/>
              <a:gd name="connsiteX2" fmla="*/ 63500 w 368300"/>
              <a:gd name="connsiteY2" fmla="*/ 565150 h 1003300"/>
              <a:gd name="connsiteX3" fmla="*/ 12700 w 368300"/>
              <a:gd name="connsiteY3" fmla="*/ 311150 h 1003300"/>
              <a:gd name="connsiteX4" fmla="*/ 0 w 368300"/>
              <a:gd name="connsiteY4" fmla="*/ 82550 h 1003300"/>
              <a:gd name="connsiteX5" fmla="*/ 0 w 368300"/>
              <a:gd name="connsiteY5" fmla="*/ 0 h 1003300"/>
              <a:gd name="connsiteX6" fmla="*/ 152400 w 368300"/>
              <a:gd name="connsiteY6" fmla="*/ 76200 h 1003300"/>
              <a:gd name="connsiteX7" fmla="*/ 323850 w 368300"/>
              <a:gd name="connsiteY7" fmla="*/ 88900 h 1003300"/>
              <a:gd name="connsiteX8" fmla="*/ 355600 w 368300"/>
              <a:gd name="connsiteY8" fmla="*/ 44450 h 1003300"/>
              <a:gd name="connsiteX9" fmla="*/ 368300 w 368300"/>
              <a:gd name="connsiteY9" fmla="*/ 304800 h 1003300"/>
              <a:gd name="connsiteX10" fmla="*/ 336550 w 368300"/>
              <a:gd name="connsiteY10" fmla="*/ 571500 h 1003300"/>
              <a:gd name="connsiteX11" fmla="*/ 317500 w 368300"/>
              <a:gd name="connsiteY11" fmla="*/ 806450 h 1003300"/>
              <a:gd name="connsiteX12" fmla="*/ 298450 w 368300"/>
              <a:gd name="connsiteY12" fmla="*/ 965200 h 1003300"/>
              <a:gd name="connsiteX13" fmla="*/ 266700 w 368300"/>
              <a:gd name="connsiteY13" fmla="*/ 984250 h 1003300"/>
              <a:gd name="connsiteX14" fmla="*/ 209550 w 368300"/>
              <a:gd name="connsiteY14" fmla="*/ 1003300 h 1003300"/>
              <a:gd name="connsiteX15" fmla="*/ 133350 w 368300"/>
              <a:gd name="connsiteY15" fmla="*/ 990600 h 1003300"/>
              <a:gd name="connsiteX16" fmla="*/ 63500 w 368300"/>
              <a:gd name="connsiteY16" fmla="*/ 971550 h 10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8300" h="1003300">
                <a:moveTo>
                  <a:pt x="63500" y="971550"/>
                </a:moveTo>
                <a:lnTo>
                  <a:pt x="69850" y="692150"/>
                </a:lnTo>
                <a:lnTo>
                  <a:pt x="63500" y="565150"/>
                </a:lnTo>
                <a:lnTo>
                  <a:pt x="12700" y="311150"/>
                </a:lnTo>
                <a:lnTo>
                  <a:pt x="0" y="82550"/>
                </a:lnTo>
                <a:lnTo>
                  <a:pt x="0" y="0"/>
                </a:lnTo>
                <a:lnTo>
                  <a:pt x="152400" y="76200"/>
                </a:lnTo>
                <a:lnTo>
                  <a:pt x="323850" y="88900"/>
                </a:lnTo>
                <a:lnTo>
                  <a:pt x="355600" y="44450"/>
                </a:lnTo>
                <a:lnTo>
                  <a:pt x="368300" y="304800"/>
                </a:lnTo>
                <a:lnTo>
                  <a:pt x="336550" y="571500"/>
                </a:lnTo>
                <a:lnTo>
                  <a:pt x="317500" y="806450"/>
                </a:lnTo>
                <a:lnTo>
                  <a:pt x="298450" y="965200"/>
                </a:lnTo>
                <a:lnTo>
                  <a:pt x="266700" y="984250"/>
                </a:lnTo>
                <a:lnTo>
                  <a:pt x="209550" y="1003300"/>
                </a:lnTo>
                <a:lnTo>
                  <a:pt x="133350" y="990600"/>
                </a:lnTo>
                <a:lnTo>
                  <a:pt x="63500" y="971550"/>
                </a:lnTo>
                <a:close/>
              </a:path>
            </a:pathLst>
          </a:cu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2405443" y="978286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cxnSp>
        <p:nvCxnSpPr>
          <p:cNvPr id="97" name="Straight Connector 96"/>
          <p:cNvCxnSpPr/>
          <p:nvPr/>
        </p:nvCxnSpPr>
        <p:spPr>
          <a:xfrm>
            <a:off x="2858603" y="1141589"/>
            <a:ext cx="2011680" cy="3374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4861210" y="1172282"/>
            <a:ext cx="9073" cy="6789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9889469" y="1022248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cxnSp>
        <p:nvCxnSpPr>
          <p:cNvPr id="101" name="Straight Connector 100"/>
          <p:cNvCxnSpPr/>
          <p:nvPr/>
        </p:nvCxnSpPr>
        <p:spPr>
          <a:xfrm>
            <a:off x="7422656" y="1233580"/>
            <a:ext cx="2474130" cy="566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7422656" y="1234152"/>
            <a:ext cx="0" cy="77568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7353147" y="2432597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07" name="Straight Arrow Connector 106"/>
          <p:cNvCxnSpPr/>
          <p:nvPr/>
        </p:nvCxnSpPr>
        <p:spPr>
          <a:xfrm flipH="1">
            <a:off x="6372225" y="2618649"/>
            <a:ext cx="999888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8712047" y="3169197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109" name="Straight Arrow Connector 108"/>
          <p:cNvCxnSpPr/>
          <p:nvPr/>
        </p:nvCxnSpPr>
        <p:spPr>
          <a:xfrm flipH="1" flipV="1">
            <a:off x="6753225" y="3336131"/>
            <a:ext cx="1977788" cy="1911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8661246" y="5092344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13" name="Straight Arrow Connector 112"/>
          <p:cNvCxnSpPr/>
          <p:nvPr/>
        </p:nvCxnSpPr>
        <p:spPr>
          <a:xfrm flipH="1">
            <a:off x="6594873" y="5278396"/>
            <a:ext cx="2085339" cy="114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3216339" y="5092344"/>
            <a:ext cx="467674" cy="439191"/>
          </a:xfrm>
          <a:prstGeom prst="ellipse">
            <a:avLst/>
          </a:prstGeom>
          <a:solidFill>
            <a:srgbClr val="FFFF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3690173" y="5307964"/>
            <a:ext cx="2085339" cy="114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35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Samia</dc:creator>
  <cp:lastModifiedBy>Samia Choueiri</cp:lastModifiedBy>
  <cp:revision>15</cp:revision>
  <dcterms:created xsi:type="dcterms:W3CDTF">2021-06-08T16:52:33Z</dcterms:created>
  <dcterms:modified xsi:type="dcterms:W3CDTF">2022-09-19T02:19:54Z</dcterms:modified>
</cp:coreProperties>
</file>