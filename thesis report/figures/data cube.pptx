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6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5CAB7-F0D6-4DED-BABD-05BCA63C7799}" type="datetimeFigureOut">
              <a:rPr lang="en-US" smtClean="0"/>
              <a:t>16-Jun-21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ABE84-7C3D-48CD-A5AB-E30C8939B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86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5CAB7-F0D6-4DED-BABD-05BCA63C7799}" type="datetimeFigureOut">
              <a:rPr lang="en-US" smtClean="0"/>
              <a:t>16-Jun-21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ABE84-7C3D-48CD-A5AB-E30C8939B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85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5CAB7-F0D6-4DED-BABD-05BCA63C7799}" type="datetimeFigureOut">
              <a:rPr lang="en-US" smtClean="0"/>
              <a:t>16-Jun-21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ABE84-7C3D-48CD-A5AB-E30C8939B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792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5CAB7-F0D6-4DED-BABD-05BCA63C7799}" type="datetimeFigureOut">
              <a:rPr lang="en-US" smtClean="0"/>
              <a:t>16-Jun-21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ABE84-7C3D-48CD-A5AB-E30C8939B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018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5CAB7-F0D6-4DED-BABD-05BCA63C7799}" type="datetimeFigureOut">
              <a:rPr lang="en-US" smtClean="0"/>
              <a:t>16-Jun-21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ABE84-7C3D-48CD-A5AB-E30C8939B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380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5CAB7-F0D6-4DED-BABD-05BCA63C7799}" type="datetimeFigureOut">
              <a:rPr lang="en-US" smtClean="0"/>
              <a:t>16-Jun-21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ABE84-7C3D-48CD-A5AB-E30C8939B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093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5CAB7-F0D6-4DED-BABD-05BCA63C7799}" type="datetimeFigureOut">
              <a:rPr lang="en-US" smtClean="0"/>
              <a:t>16-Jun-21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ABE84-7C3D-48CD-A5AB-E30C8939B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935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5CAB7-F0D6-4DED-BABD-05BCA63C7799}" type="datetimeFigureOut">
              <a:rPr lang="en-US" smtClean="0"/>
              <a:t>16-Jun-21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ABE84-7C3D-48CD-A5AB-E30C8939B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526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5CAB7-F0D6-4DED-BABD-05BCA63C7799}" type="datetimeFigureOut">
              <a:rPr lang="en-US" smtClean="0"/>
              <a:t>16-Jun-21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ABE84-7C3D-48CD-A5AB-E30C8939B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9665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5CAB7-F0D6-4DED-BABD-05BCA63C7799}" type="datetimeFigureOut">
              <a:rPr lang="en-US" smtClean="0"/>
              <a:t>16-Jun-21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ABE84-7C3D-48CD-A5AB-E30C8939B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976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5CAB7-F0D6-4DED-BABD-05BCA63C7799}" type="datetimeFigureOut">
              <a:rPr lang="en-US" smtClean="0"/>
              <a:t>16-Jun-21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ABE84-7C3D-48CD-A5AB-E30C8939B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780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F5CAB7-F0D6-4DED-BABD-05BCA63C7799}" type="datetimeFigureOut">
              <a:rPr lang="en-US" smtClean="0"/>
              <a:t>16-Jun-21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5ABE84-7C3D-48CD-A5AB-E30C8939B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319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6727" b="1468"/>
          <a:stretch/>
        </p:blipFill>
        <p:spPr>
          <a:xfrm>
            <a:off x="4925988" y="259306"/>
            <a:ext cx="5668061" cy="6400800"/>
          </a:xfrm>
          <a:prstGeom prst="rect">
            <a:avLst/>
          </a:prstGeom>
        </p:spPr>
      </p:pic>
      <p:cxnSp>
        <p:nvCxnSpPr>
          <p:cNvPr id="4" name="Straight Connector 3"/>
          <p:cNvCxnSpPr/>
          <p:nvPr/>
        </p:nvCxnSpPr>
        <p:spPr>
          <a:xfrm flipH="1">
            <a:off x="7883856" y="2352389"/>
            <a:ext cx="28575" cy="39338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 flipH="1">
            <a:off x="6874205" y="4238339"/>
            <a:ext cx="19051" cy="148108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5807406" y="4104989"/>
            <a:ext cx="1" cy="9906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>
            <a:off x="6357298" y="4400264"/>
            <a:ext cx="31133" cy="10001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7379030" y="4514564"/>
            <a:ext cx="28575" cy="14954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8442457" y="2657189"/>
            <a:ext cx="8138" cy="39480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366697" y="3824001"/>
            <a:ext cx="0" cy="10095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8450594" y="2133314"/>
            <a:ext cx="900112" cy="53578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7912431" y="1828514"/>
            <a:ext cx="914400" cy="5238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448087" y="2071402"/>
            <a:ext cx="1002507" cy="597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8354152" y="1538020"/>
            <a:ext cx="1002507" cy="597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7439752" y="1538002"/>
            <a:ext cx="914400" cy="5238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7536194" y="2004727"/>
            <a:ext cx="1000125" cy="597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7615964" y="1961864"/>
            <a:ext cx="1000125" cy="597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7700066" y="1914220"/>
            <a:ext cx="1000125" cy="597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8104555" y="1676171"/>
            <a:ext cx="1000125" cy="597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8184325" y="1633308"/>
            <a:ext cx="1000125" cy="597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8268427" y="1585664"/>
            <a:ext cx="1000125" cy="597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8710908" y="2267881"/>
            <a:ext cx="305863" cy="170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 flipV="1">
            <a:off x="8514887" y="2602420"/>
            <a:ext cx="8499" cy="3967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V="1">
            <a:off x="8591087" y="2551620"/>
            <a:ext cx="8499" cy="3967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8670064" y="2513520"/>
            <a:ext cx="18422" cy="395366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H="1" flipV="1">
            <a:off x="9361586" y="2132520"/>
            <a:ext cx="11858" cy="392509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 flipV="1">
            <a:off x="9268985" y="2183358"/>
            <a:ext cx="20171" cy="39441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H="1" flipV="1">
            <a:off x="9183189" y="2253198"/>
            <a:ext cx="31821" cy="39187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 flipV="1">
            <a:off x="9106989" y="2269036"/>
            <a:ext cx="27590" cy="39441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V="1">
            <a:off x="8443450" y="6057615"/>
            <a:ext cx="945356" cy="54764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/>
          <p:cNvCxnSpPr/>
          <p:nvPr/>
        </p:nvCxnSpPr>
        <p:spPr>
          <a:xfrm flipV="1">
            <a:off x="8442457" y="2276207"/>
            <a:ext cx="925058" cy="5404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V="1">
            <a:off x="8450594" y="2421444"/>
            <a:ext cx="916921" cy="5254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 flipV="1">
            <a:off x="8435313" y="5985972"/>
            <a:ext cx="938171" cy="4938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 flipV="1">
            <a:off x="8436782" y="5888115"/>
            <a:ext cx="944363" cy="4908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7427219" y="2213066"/>
            <a:ext cx="1019002" cy="6036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7430085" y="2340539"/>
            <a:ext cx="1019002" cy="60360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>
            <a:off x="5366697" y="4833575"/>
            <a:ext cx="3073701" cy="17716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>
            <a:off x="5365432" y="4736972"/>
            <a:ext cx="3060522" cy="17428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5366863" y="4640368"/>
            <a:ext cx="3071147" cy="17426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5365432" y="3850167"/>
            <a:ext cx="3087905" cy="17294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" name="Straight Connector 90"/>
          <p:cNvCxnSpPr/>
          <p:nvPr/>
        </p:nvCxnSpPr>
        <p:spPr>
          <a:xfrm>
            <a:off x="5365432" y="3929641"/>
            <a:ext cx="3080789" cy="17384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>
            <a:off x="6399311" y="3962648"/>
            <a:ext cx="2046910" cy="112922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>
            <a:off x="6390567" y="4019245"/>
            <a:ext cx="2055654" cy="11610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" name="Straight Arrow Connector 102"/>
          <p:cNvCxnSpPr/>
          <p:nvPr/>
        </p:nvCxnSpPr>
        <p:spPr>
          <a:xfrm flipV="1">
            <a:off x="8373202" y="5719419"/>
            <a:ext cx="0" cy="452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" name="Straight Arrow Connector 103"/>
          <p:cNvCxnSpPr/>
          <p:nvPr/>
        </p:nvCxnSpPr>
        <p:spPr>
          <a:xfrm flipH="1" flipV="1">
            <a:off x="8355818" y="5184460"/>
            <a:ext cx="4365" cy="27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>
            <a:off x="7429840" y="4455261"/>
            <a:ext cx="1020275" cy="5512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>
            <a:off x="7424522" y="4364752"/>
            <a:ext cx="1020275" cy="5512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 flipV="1">
            <a:off x="8436782" y="5285081"/>
            <a:ext cx="930733" cy="3841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/>
          <p:nvPr/>
        </p:nvCxnSpPr>
        <p:spPr>
          <a:xfrm flipV="1">
            <a:off x="8435313" y="5185983"/>
            <a:ext cx="930733" cy="3841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 flipV="1">
            <a:off x="8446221" y="4800863"/>
            <a:ext cx="930733" cy="38418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Straight Connector 115"/>
          <p:cNvCxnSpPr/>
          <p:nvPr/>
        </p:nvCxnSpPr>
        <p:spPr>
          <a:xfrm flipV="1">
            <a:off x="8434870" y="4723019"/>
            <a:ext cx="945848" cy="3752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 flipV="1">
            <a:off x="8440021" y="4638527"/>
            <a:ext cx="934498" cy="3794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 flipV="1">
            <a:off x="8434869" y="4539429"/>
            <a:ext cx="953937" cy="3835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Straight Arrow Connector 118"/>
          <p:cNvCxnSpPr/>
          <p:nvPr/>
        </p:nvCxnSpPr>
        <p:spPr>
          <a:xfrm flipV="1">
            <a:off x="8370027" y="3852519"/>
            <a:ext cx="0" cy="452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0" name="Straight Arrow Connector 119"/>
          <p:cNvCxnSpPr/>
          <p:nvPr/>
        </p:nvCxnSpPr>
        <p:spPr>
          <a:xfrm flipV="1">
            <a:off x="8169511" y="1951857"/>
            <a:ext cx="305863" cy="170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Straight Arrow Connector 120"/>
          <p:cNvCxnSpPr/>
          <p:nvPr/>
        </p:nvCxnSpPr>
        <p:spPr>
          <a:xfrm flipV="1">
            <a:off x="7817564" y="3702916"/>
            <a:ext cx="0" cy="452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/>
          <p:nvPr/>
        </p:nvCxnSpPr>
        <p:spPr>
          <a:xfrm flipH="1" flipV="1">
            <a:off x="6822293" y="4327210"/>
            <a:ext cx="4365" cy="27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Straight Arrow Connector 122"/>
          <p:cNvCxnSpPr/>
          <p:nvPr/>
        </p:nvCxnSpPr>
        <p:spPr>
          <a:xfrm flipH="1" flipV="1">
            <a:off x="7317761" y="4611492"/>
            <a:ext cx="4365" cy="27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 flipH="1" flipV="1">
            <a:off x="7821743" y="4906285"/>
            <a:ext cx="4365" cy="274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/>
          <p:nvPr/>
        </p:nvCxnSpPr>
        <p:spPr>
          <a:xfrm flipV="1">
            <a:off x="7823925" y="5477173"/>
            <a:ext cx="0" cy="452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Straight Arrow Connector 125"/>
          <p:cNvCxnSpPr/>
          <p:nvPr/>
        </p:nvCxnSpPr>
        <p:spPr>
          <a:xfrm flipV="1">
            <a:off x="7317761" y="5180333"/>
            <a:ext cx="0" cy="452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Straight Arrow Connector 126"/>
          <p:cNvCxnSpPr/>
          <p:nvPr/>
        </p:nvCxnSpPr>
        <p:spPr>
          <a:xfrm flipV="1">
            <a:off x="6822293" y="4978879"/>
            <a:ext cx="0" cy="452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Straight Arrow Connector 127"/>
          <p:cNvCxnSpPr/>
          <p:nvPr/>
        </p:nvCxnSpPr>
        <p:spPr>
          <a:xfrm flipV="1">
            <a:off x="6287227" y="4674078"/>
            <a:ext cx="0" cy="452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Straight Arrow Connector 128"/>
          <p:cNvCxnSpPr/>
          <p:nvPr/>
        </p:nvCxnSpPr>
        <p:spPr>
          <a:xfrm flipV="1">
            <a:off x="5734777" y="4359754"/>
            <a:ext cx="0" cy="452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4954286" y="4906285"/>
            <a:ext cx="716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LScap</a:t>
            </a:r>
            <a:endParaRPr lang="en-US" dirty="0"/>
          </a:p>
        </p:txBody>
      </p:sp>
      <p:sp>
        <p:nvSpPr>
          <p:cNvPr id="137" name="TextBox 136"/>
          <p:cNvSpPr txBox="1"/>
          <p:nvPr/>
        </p:nvSpPr>
        <p:spPr>
          <a:xfrm>
            <a:off x="5379676" y="5178462"/>
            <a:ext cx="740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r>
              <a:rPr lang="en-US" dirty="0" smtClean="0"/>
              <a:t>Scap</a:t>
            </a:r>
            <a:endParaRPr lang="en-US" dirty="0"/>
          </a:p>
        </p:txBody>
      </p:sp>
      <p:sp>
        <p:nvSpPr>
          <p:cNvPr id="138" name="TextBox 137"/>
          <p:cNvSpPr txBox="1"/>
          <p:nvPr/>
        </p:nvSpPr>
        <p:spPr>
          <a:xfrm>
            <a:off x="5848066" y="5482443"/>
            <a:ext cx="713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Pelvis</a:t>
            </a:r>
            <a:endParaRPr lang="en-US" dirty="0"/>
          </a:p>
        </p:txBody>
      </p:sp>
      <p:sp>
        <p:nvSpPr>
          <p:cNvPr id="139" name="TextBox 138"/>
          <p:cNvSpPr txBox="1"/>
          <p:nvPr/>
        </p:nvSpPr>
        <p:spPr>
          <a:xfrm>
            <a:off x="6355711" y="5783709"/>
            <a:ext cx="685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Torso</a:t>
            </a:r>
            <a:endParaRPr lang="en-US" dirty="0"/>
          </a:p>
        </p:txBody>
      </p:sp>
      <p:sp>
        <p:nvSpPr>
          <p:cNvPr id="140" name="TextBox 139"/>
          <p:cNvSpPr txBox="1"/>
          <p:nvPr/>
        </p:nvSpPr>
        <p:spPr>
          <a:xfrm>
            <a:off x="6534056" y="6059773"/>
            <a:ext cx="1181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LLowerLeg</a:t>
            </a:r>
            <a:endParaRPr lang="en-US" dirty="0"/>
          </a:p>
        </p:txBody>
      </p:sp>
      <p:sp>
        <p:nvSpPr>
          <p:cNvPr id="141" name="TextBox 140"/>
          <p:cNvSpPr txBox="1"/>
          <p:nvPr/>
        </p:nvSpPr>
        <p:spPr>
          <a:xfrm>
            <a:off x="6990886" y="6335362"/>
            <a:ext cx="1209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</a:t>
            </a:r>
            <a:r>
              <a:rPr lang="en-US" dirty="0" smtClean="0"/>
              <a:t>LowerLeg</a:t>
            </a:r>
            <a:endParaRPr lang="en-US" dirty="0"/>
          </a:p>
        </p:txBody>
      </p:sp>
      <p:sp>
        <p:nvSpPr>
          <p:cNvPr id="142" name="Rectangle 141"/>
          <p:cNvSpPr/>
          <p:nvPr/>
        </p:nvSpPr>
        <p:spPr>
          <a:xfrm>
            <a:off x="3590392" y="5874803"/>
            <a:ext cx="260879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Force Location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3" name="Rectangle 142"/>
          <p:cNvSpPr/>
          <p:nvPr/>
        </p:nvSpPr>
        <p:spPr>
          <a:xfrm>
            <a:off x="1239863" y="2310032"/>
            <a:ext cx="301832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Force Magnitude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4" name="Rectangle 143"/>
          <p:cNvSpPr/>
          <p:nvPr/>
        </p:nvSpPr>
        <p:spPr>
          <a:xfrm>
            <a:off x="2812164" y="139090"/>
            <a:ext cx="2699009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Signal Features</a:t>
            </a:r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50" name="Curved Connector 149"/>
          <p:cNvCxnSpPr/>
          <p:nvPr/>
        </p:nvCxnSpPr>
        <p:spPr>
          <a:xfrm flipV="1">
            <a:off x="9380718" y="5916864"/>
            <a:ext cx="1292093" cy="110006"/>
          </a:xfrm>
          <a:prstGeom prst="curvedConnector3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2" name="Curved Connector 151"/>
          <p:cNvCxnSpPr/>
          <p:nvPr/>
        </p:nvCxnSpPr>
        <p:spPr>
          <a:xfrm flipV="1">
            <a:off x="9373444" y="5008865"/>
            <a:ext cx="1528012" cy="235415"/>
          </a:xfrm>
          <a:prstGeom prst="curvedConnector3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3" name="Curved Connector 152"/>
          <p:cNvCxnSpPr/>
          <p:nvPr/>
        </p:nvCxnSpPr>
        <p:spPr>
          <a:xfrm flipV="1">
            <a:off x="9380718" y="4550445"/>
            <a:ext cx="1528012" cy="235415"/>
          </a:xfrm>
          <a:prstGeom prst="curvedConnector3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4" name="Curved Connector 153"/>
          <p:cNvCxnSpPr/>
          <p:nvPr/>
        </p:nvCxnSpPr>
        <p:spPr>
          <a:xfrm flipV="1">
            <a:off x="9375358" y="1986872"/>
            <a:ext cx="1528012" cy="235415"/>
          </a:xfrm>
          <a:prstGeom prst="curvedConnector3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5" name="Freeform 154"/>
          <p:cNvSpPr/>
          <p:nvPr/>
        </p:nvSpPr>
        <p:spPr>
          <a:xfrm>
            <a:off x="6408420" y="3947160"/>
            <a:ext cx="2979420" cy="1234440"/>
          </a:xfrm>
          <a:custGeom>
            <a:avLst/>
            <a:gdLst>
              <a:gd name="connsiteX0" fmla="*/ 2971800 w 2979420"/>
              <a:gd name="connsiteY0" fmla="*/ 777240 h 1234440"/>
              <a:gd name="connsiteX1" fmla="*/ 2042160 w 2979420"/>
              <a:gd name="connsiteY1" fmla="*/ 1143000 h 1234440"/>
              <a:gd name="connsiteX2" fmla="*/ 1013460 w 2979420"/>
              <a:gd name="connsiteY2" fmla="*/ 579120 h 1234440"/>
              <a:gd name="connsiteX3" fmla="*/ 0 w 2979420"/>
              <a:gd name="connsiteY3" fmla="*/ 0 h 1234440"/>
              <a:gd name="connsiteX4" fmla="*/ 0 w 2979420"/>
              <a:gd name="connsiteY4" fmla="*/ 91440 h 1234440"/>
              <a:gd name="connsiteX5" fmla="*/ 2026920 w 2979420"/>
              <a:gd name="connsiteY5" fmla="*/ 1234440 h 1234440"/>
              <a:gd name="connsiteX6" fmla="*/ 2979420 w 2979420"/>
              <a:gd name="connsiteY6" fmla="*/ 861060 h 1234440"/>
              <a:gd name="connsiteX7" fmla="*/ 2971800 w 2979420"/>
              <a:gd name="connsiteY7" fmla="*/ 777240 h 1234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79420" h="1234440">
                <a:moveTo>
                  <a:pt x="2971800" y="777240"/>
                </a:moveTo>
                <a:lnTo>
                  <a:pt x="2042160" y="1143000"/>
                </a:lnTo>
                <a:lnTo>
                  <a:pt x="1013460" y="579120"/>
                </a:lnTo>
                <a:lnTo>
                  <a:pt x="0" y="0"/>
                </a:lnTo>
                <a:lnTo>
                  <a:pt x="0" y="91440"/>
                </a:lnTo>
                <a:lnTo>
                  <a:pt x="2026920" y="1234440"/>
                </a:lnTo>
                <a:lnTo>
                  <a:pt x="2979420" y="861060"/>
                </a:lnTo>
                <a:lnTo>
                  <a:pt x="2971800" y="77724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Freeform 155"/>
          <p:cNvSpPr/>
          <p:nvPr/>
        </p:nvSpPr>
        <p:spPr>
          <a:xfrm>
            <a:off x="5364480" y="3855720"/>
            <a:ext cx="4015740" cy="1813560"/>
          </a:xfrm>
          <a:custGeom>
            <a:avLst/>
            <a:gdLst>
              <a:gd name="connsiteX0" fmla="*/ 7620 w 4015740"/>
              <a:gd name="connsiteY0" fmla="*/ 0 h 1813560"/>
              <a:gd name="connsiteX1" fmla="*/ 0 w 4015740"/>
              <a:gd name="connsiteY1" fmla="*/ 83820 h 1813560"/>
              <a:gd name="connsiteX2" fmla="*/ 3070860 w 4015740"/>
              <a:gd name="connsiteY2" fmla="*/ 1813560 h 1813560"/>
              <a:gd name="connsiteX3" fmla="*/ 4015740 w 4015740"/>
              <a:gd name="connsiteY3" fmla="*/ 1447800 h 1813560"/>
              <a:gd name="connsiteX4" fmla="*/ 4015740 w 4015740"/>
              <a:gd name="connsiteY4" fmla="*/ 1333500 h 1813560"/>
              <a:gd name="connsiteX5" fmla="*/ 3086100 w 4015740"/>
              <a:gd name="connsiteY5" fmla="*/ 1714500 h 1813560"/>
              <a:gd name="connsiteX6" fmla="*/ 7620 w 4015740"/>
              <a:gd name="connsiteY6" fmla="*/ 0 h 1813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15740" h="1813560">
                <a:moveTo>
                  <a:pt x="7620" y="0"/>
                </a:moveTo>
                <a:lnTo>
                  <a:pt x="0" y="83820"/>
                </a:lnTo>
                <a:lnTo>
                  <a:pt x="3070860" y="1813560"/>
                </a:lnTo>
                <a:lnTo>
                  <a:pt x="4015740" y="1447800"/>
                </a:lnTo>
                <a:lnTo>
                  <a:pt x="4015740" y="1333500"/>
                </a:lnTo>
                <a:lnTo>
                  <a:pt x="3086100" y="1714500"/>
                </a:lnTo>
                <a:lnTo>
                  <a:pt x="762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Freeform 156"/>
          <p:cNvSpPr/>
          <p:nvPr/>
        </p:nvSpPr>
        <p:spPr>
          <a:xfrm>
            <a:off x="5364480" y="4739640"/>
            <a:ext cx="4030980" cy="1851660"/>
          </a:xfrm>
          <a:custGeom>
            <a:avLst/>
            <a:gdLst>
              <a:gd name="connsiteX0" fmla="*/ 7620 w 4030980"/>
              <a:gd name="connsiteY0" fmla="*/ 99060 h 1851660"/>
              <a:gd name="connsiteX1" fmla="*/ 0 w 4030980"/>
              <a:gd name="connsiteY1" fmla="*/ 0 h 1851660"/>
              <a:gd name="connsiteX2" fmla="*/ 3063240 w 4030980"/>
              <a:gd name="connsiteY2" fmla="*/ 1737360 h 1851660"/>
              <a:gd name="connsiteX3" fmla="*/ 4008120 w 4030980"/>
              <a:gd name="connsiteY3" fmla="*/ 1257300 h 1851660"/>
              <a:gd name="connsiteX4" fmla="*/ 4030980 w 4030980"/>
              <a:gd name="connsiteY4" fmla="*/ 1333500 h 1851660"/>
              <a:gd name="connsiteX5" fmla="*/ 3086100 w 4030980"/>
              <a:gd name="connsiteY5" fmla="*/ 1851660 h 1851660"/>
              <a:gd name="connsiteX6" fmla="*/ 7620 w 4030980"/>
              <a:gd name="connsiteY6" fmla="*/ 99060 h 1851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30980" h="1851660">
                <a:moveTo>
                  <a:pt x="7620" y="99060"/>
                </a:moveTo>
                <a:lnTo>
                  <a:pt x="0" y="0"/>
                </a:lnTo>
                <a:lnTo>
                  <a:pt x="3063240" y="1737360"/>
                </a:lnTo>
                <a:lnTo>
                  <a:pt x="4008120" y="1257300"/>
                </a:lnTo>
                <a:lnTo>
                  <a:pt x="4030980" y="1333500"/>
                </a:lnTo>
                <a:lnTo>
                  <a:pt x="3086100" y="1851660"/>
                </a:lnTo>
                <a:lnTo>
                  <a:pt x="7620" y="9906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Freeform 157"/>
          <p:cNvSpPr/>
          <p:nvPr/>
        </p:nvSpPr>
        <p:spPr>
          <a:xfrm>
            <a:off x="7423150" y="2089150"/>
            <a:ext cx="1943100" cy="711200"/>
          </a:xfrm>
          <a:custGeom>
            <a:avLst/>
            <a:gdLst>
              <a:gd name="connsiteX0" fmla="*/ 25400 w 1943100"/>
              <a:gd name="connsiteY0" fmla="*/ 0 h 711200"/>
              <a:gd name="connsiteX1" fmla="*/ 1041400 w 1943100"/>
              <a:gd name="connsiteY1" fmla="*/ 577850 h 711200"/>
              <a:gd name="connsiteX2" fmla="*/ 1936750 w 1943100"/>
              <a:gd name="connsiteY2" fmla="*/ 57150 h 711200"/>
              <a:gd name="connsiteX3" fmla="*/ 1943100 w 1943100"/>
              <a:gd name="connsiteY3" fmla="*/ 190500 h 711200"/>
              <a:gd name="connsiteX4" fmla="*/ 1028700 w 1943100"/>
              <a:gd name="connsiteY4" fmla="*/ 711200 h 711200"/>
              <a:gd name="connsiteX5" fmla="*/ 0 w 1943100"/>
              <a:gd name="connsiteY5" fmla="*/ 127000 h 711200"/>
              <a:gd name="connsiteX6" fmla="*/ 25400 w 1943100"/>
              <a:gd name="connsiteY6" fmla="*/ 0 h 71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43100" h="711200">
                <a:moveTo>
                  <a:pt x="25400" y="0"/>
                </a:moveTo>
                <a:lnTo>
                  <a:pt x="1041400" y="577850"/>
                </a:lnTo>
                <a:lnTo>
                  <a:pt x="1936750" y="57150"/>
                </a:lnTo>
                <a:lnTo>
                  <a:pt x="1943100" y="190500"/>
                </a:lnTo>
                <a:lnTo>
                  <a:pt x="1028700" y="711200"/>
                </a:lnTo>
                <a:lnTo>
                  <a:pt x="0" y="127000"/>
                </a:lnTo>
                <a:lnTo>
                  <a:pt x="25400" y="0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Freeform 133"/>
          <p:cNvSpPr/>
          <p:nvPr/>
        </p:nvSpPr>
        <p:spPr>
          <a:xfrm>
            <a:off x="7912472" y="1828480"/>
            <a:ext cx="1463675" cy="984250"/>
          </a:xfrm>
          <a:custGeom>
            <a:avLst/>
            <a:gdLst>
              <a:gd name="connsiteX0" fmla="*/ 6350 w 1463675"/>
              <a:gd name="connsiteY0" fmla="*/ 673100 h 984250"/>
              <a:gd name="connsiteX1" fmla="*/ 0 w 1463675"/>
              <a:gd name="connsiteY1" fmla="*/ 527050 h 984250"/>
              <a:gd name="connsiteX2" fmla="*/ 927100 w 1463675"/>
              <a:gd name="connsiteY2" fmla="*/ 0 h 984250"/>
              <a:gd name="connsiteX3" fmla="*/ 1457325 w 1463675"/>
              <a:gd name="connsiteY3" fmla="*/ 304800 h 984250"/>
              <a:gd name="connsiteX4" fmla="*/ 1463675 w 1463675"/>
              <a:gd name="connsiteY4" fmla="*/ 454025 h 984250"/>
              <a:gd name="connsiteX5" fmla="*/ 542925 w 1463675"/>
              <a:gd name="connsiteY5" fmla="*/ 984250 h 984250"/>
              <a:gd name="connsiteX6" fmla="*/ 6350 w 1463675"/>
              <a:gd name="connsiteY6" fmla="*/ 673100 h 98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63675" h="984250">
                <a:moveTo>
                  <a:pt x="6350" y="673100"/>
                </a:moveTo>
                <a:lnTo>
                  <a:pt x="0" y="527050"/>
                </a:lnTo>
                <a:lnTo>
                  <a:pt x="927100" y="0"/>
                </a:lnTo>
                <a:lnTo>
                  <a:pt x="1457325" y="304800"/>
                </a:lnTo>
                <a:lnTo>
                  <a:pt x="1463675" y="454025"/>
                </a:lnTo>
                <a:lnTo>
                  <a:pt x="542925" y="984250"/>
                </a:lnTo>
                <a:lnTo>
                  <a:pt x="6350" y="673100"/>
                </a:lnTo>
                <a:close/>
              </a:path>
            </a:pathLst>
          </a:custGeom>
          <a:solidFill>
            <a:srgbClr val="FF0000">
              <a:alpha val="63922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/>
          <p:cNvSpPr txBox="1"/>
          <p:nvPr/>
        </p:nvSpPr>
        <p:spPr>
          <a:xfrm>
            <a:off x="10683337" y="5719419"/>
            <a:ext cx="1057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0 N Layer</a:t>
            </a:r>
            <a:endParaRPr lang="en-US" dirty="0"/>
          </a:p>
        </p:txBody>
      </p:sp>
      <p:sp>
        <p:nvSpPr>
          <p:cNvPr id="160" name="TextBox 159"/>
          <p:cNvSpPr txBox="1"/>
          <p:nvPr/>
        </p:nvSpPr>
        <p:spPr>
          <a:xfrm>
            <a:off x="10859461" y="4838763"/>
            <a:ext cx="1291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500 N Layer</a:t>
            </a:r>
            <a:endParaRPr lang="en-US" dirty="0"/>
          </a:p>
        </p:txBody>
      </p:sp>
      <p:sp>
        <p:nvSpPr>
          <p:cNvPr id="161" name="TextBox 160"/>
          <p:cNvSpPr txBox="1"/>
          <p:nvPr/>
        </p:nvSpPr>
        <p:spPr>
          <a:xfrm>
            <a:off x="10870299" y="4357929"/>
            <a:ext cx="12916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750 N Layer</a:t>
            </a:r>
            <a:endParaRPr lang="en-US" dirty="0"/>
          </a:p>
        </p:txBody>
      </p:sp>
      <p:sp>
        <p:nvSpPr>
          <p:cNvPr id="162" name="TextBox 161"/>
          <p:cNvSpPr txBox="1"/>
          <p:nvPr/>
        </p:nvSpPr>
        <p:spPr>
          <a:xfrm>
            <a:off x="10814212" y="1777260"/>
            <a:ext cx="1161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2 kN Layer</a:t>
            </a:r>
            <a:endParaRPr lang="en-US" dirty="0"/>
          </a:p>
        </p:txBody>
      </p:sp>
      <p:cxnSp>
        <p:nvCxnSpPr>
          <p:cNvPr id="6" name="Curved Connector 5"/>
          <p:cNvCxnSpPr/>
          <p:nvPr/>
        </p:nvCxnSpPr>
        <p:spPr>
          <a:xfrm flipV="1">
            <a:off x="9134579" y="1255594"/>
            <a:ext cx="1128537" cy="749133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0107950" y="742255"/>
            <a:ext cx="2033903" cy="101566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000" b="0" cap="none" spc="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One Data </a:t>
            </a:r>
            <a:r>
              <a:rPr lang="en-US" sz="2000" b="0" cap="none" spc="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Sample</a:t>
            </a:r>
          </a:p>
          <a:p>
            <a:pPr algn="ctr"/>
            <a:r>
              <a:rPr lang="en-US" sz="2000" dirty="0" smtClean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of 54 signal features</a:t>
            </a:r>
            <a:endParaRPr lang="en-US" sz="2000" b="0" cap="none" spc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77102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31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SACC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Samia</dc:creator>
  <cp:lastModifiedBy>Samia</cp:lastModifiedBy>
  <cp:revision>13</cp:revision>
  <dcterms:created xsi:type="dcterms:W3CDTF">2021-06-10T15:19:17Z</dcterms:created>
  <dcterms:modified xsi:type="dcterms:W3CDTF">2021-06-16T16:47:01Z</dcterms:modified>
</cp:coreProperties>
</file>