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4" r:id="rId4"/>
    <p:sldId id="265" r:id="rId5"/>
    <p:sldId id="266" r:id="rId6"/>
    <p:sldId id="263" r:id="rId7"/>
    <p:sldId id="267" r:id="rId8"/>
    <p:sldId id="268" r:id="rId9"/>
    <p:sldId id="269" r:id="rId10"/>
    <p:sldId id="270" r:id="rId11"/>
    <p:sldId id="262" r:id="rId12"/>
    <p:sldId id="257" r:id="rId13"/>
    <p:sldId id="258" r:id="rId14"/>
    <p:sldId id="259" r:id="rId15"/>
    <p:sldId id="2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5" autoAdjust="0"/>
    <p:restoredTop sz="94660"/>
  </p:normalViewPr>
  <p:slideViewPr>
    <p:cSldViewPr snapToGrid="0">
      <p:cViewPr varScale="1">
        <p:scale>
          <a:sx n="70" d="100"/>
          <a:sy n="70" d="100"/>
        </p:scale>
        <p:origin x="6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EDFC4-8E2F-4492-A013-49343C35B875}" type="datetimeFigureOut">
              <a:rPr lang="en-US" smtClean="0"/>
              <a:t>09-Apr-20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1EAC-2B3D-48C8-AA2C-C6A5290CA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32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EDFC4-8E2F-4492-A013-49343C35B875}" type="datetimeFigureOut">
              <a:rPr lang="en-US" smtClean="0"/>
              <a:t>09-Apr-20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1EAC-2B3D-48C8-AA2C-C6A5290CA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217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EDFC4-8E2F-4492-A013-49343C35B875}" type="datetimeFigureOut">
              <a:rPr lang="en-US" smtClean="0"/>
              <a:t>09-Apr-20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1EAC-2B3D-48C8-AA2C-C6A5290CA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20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EDFC4-8E2F-4492-A013-49343C35B875}" type="datetimeFigureOut">
              <a:rPr lang="en-US" smtClean="0"/>
              <a:t>09-Apr-20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1EAC-2B3D-48C8-AA2C-C6A5290CA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692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EDFC4-8E2F-4492-A013-49343C35B875}" type="datetimeFigureOut">
              <a:rPr lang="en-US" smtClean="0"/>
              <a:t>09-Apr-20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1EAC-2B3D-48C8-AA2C-C6A5290CA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838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EDFC4-8E2F-4492-A013-49343C35B875}" type="datetimeFigureOut">
              <a:rPr lang="en-US" smtClean="0"/>
              <a:t>09-Apr-20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1EAC-2B3D-48C8-AA2C-C6A5290CA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38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EDFC4-8E2F-4492-A013-49343C35B875}" type="datetimeFigureOut">
              <a:rPr lang="en-US" smtClean="0"/>
              <a:t>09-Apr-20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1EAC-2B3D-48C8-AA2C-C6A5290CA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90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EDFC4-8E2F-4492-A013-49343C35B875}" type="datetimeFigureOut">
              <a:rPr lang="en-US" smtClean="0"/>
              <a:t>09-Apr-20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1EAC-2B3D-48C8-AA2C-C6A5290CA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94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EDFC4-8E2F-4492-A013-49343C35B875}" type="datetimeFigureOut">
              <a:rPr lang="en-US" smtClean="0"/>
              <a:t>09-Apr-20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1EAC-2B3D-48C8-AA2C-C6A5290CA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20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EDFC4-8E2F-4492-A013-49343C35B875}" type="datetimeFigureOut">
              <a:rPr lang="en-US" smtClean="0"/>
              <a:t>09-Apr-20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1EAC-2B3D-48C8-AA2C-C6A5290CA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204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EDFC4-8E2F-4492-A013-49343C35B875}" type="datetimeFigureOut">
              <a:rPr lang="en-US" smtClean="0"/>
              <a:t>09-Apr-20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1EAC-2B3D-48C8-AA2C-C6A5290CA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00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EDFC4-8E2F-4492-A013-49343C35B875}" type="datetimeFigureOut">
              <a:rPr lang="en-US" smtClean="0"/>
              <a:t>09-Apr-20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C1EAC-2B3D-48C8-AA2C-C6A5290CA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257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ros.org/ROS/Tutorials/ExaminingPublisherSubscriber" TargetMode="External"/><Relationship Id="rId2" Type="http://schemas.openxmlformats.org/officeDocument/2006/relationships/hyperlink" Target="http://wiki.ros.org/ROS/Tutorials/WritingPublisherSubscriber%28c%2B%2B%29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ros.org/ROS/Tutorials/ExaminingPublisherSubscriber" TargetMode="External"/><Relationship Id="rId2" Type="http://schemas.openxmlformats.org/officeDocument/2006/relationships/hyperlink" Target="http://wiki.ros.org/ROS/Tutorials/WritingPublisherSubscriber%28python%29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Writing a simple Publisher and Subscriber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(Talker / Listener)</a:t>
            </a:r>
          </a:p>
          <a:p>
            <a:r>
              <a:rPr lang="en-US" dirty="0" smtClean="0"/>
              <a:t>(C++ and Python)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166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2940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Writing a Simple Publisher and Subscriber (C++)</a:t>
            </a:r>
            <a:br>
              <a:rPr lang="en-US" dirty="0"/>
            </a:br>
            <a:r>
              <a:rPr lang="en-US" dirty="0" smtClean="0">
                <a:hlinkClick r:id="rId2"/>
              </a:rPr>
              <a:t>http://wiki.ros.org/ROS/Tutorials/WritingPublisherSubscriber%28c%2B%2B%29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298549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Examining the Simple Publisher and Subscriber</a:t>
            </a:r>
          </a:p>
          <a:p>
            <a:r>
              <a:rPr lang="en-US" dirty="0" smtClean="0">
                <a:hlinkClick r:id="rId3"/>
              </a:rPr>
              <a:t>http://wiki.ros.org/ROS/Tutorials/ExaminingPublisherSubscriber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566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Start by creating a ROS Workspace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US" dirty="0" smtClean="0"/>
              <a:t>Create a folder in the home file under the name </a:t>
            </a:r>
            <a:r>
              <a:rPr lang="en-US" i="1" dirty="0" err="1" smtClean="0"/>
              <a:t>my_Cpp_WS</a:t>
            </a:r>
            <a:r>
              <a:rPr lang="en-US" i="1" dirty="0" smtClean="0"/>
              <a:t> </a:t>
            </a:r>
          </a:p>
          <a:p>
            <a:pPr marL="514350" indent="-514350">
              <a:buAutoNum type="arabicParenR"/>
            </a:pPr>
            <a:r>
              <a:rPr lang="en-US" dirty="0" smtClean="0"/>
              <a:t>Change the directory to the folder created</a:t>
            </a:r>
          </a:p>
          <a:p>
            <a:pPr marL="514350" indent="-514350">
              <a:buAutoNum type="arabicParenR"/>
            </a:pPr>
            <a:r>
              <a:rPr lang="en-US" dirty="0" smtClean="0"/>
              <a:t>Create an </a:t>
            </a:r>
            <a:r>
              <a:rPr lang="en-US" i="1" dirty="0" err="1" smtClean="0"/>
              <a:t>src</a:t>
            </a:r>
            <a:r>
              <a:rPr lang="en-US" i="1" dirty="0" smtClean="0"/>
              <a:t> </a:t>
            </a:r>
            <a:r>
              <a:rPr lang="en-US" dirty="0" smtClean="0"/>
              <a:t>file in which the ROS Package will be created</a:t>
            </a:r>
          </a:p>
          <a:p>
            <a:pPr marL="0" indent="0">
              <a:buNone/>
            </a:pPr>
            <a:endParaRPr lang="en-US" i="1" dirty="0" smtClean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375154"/>
            <a:ext cx="5181600" cy="325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992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 ROS Package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US" dirty="0" smtClean="0"/>
              <a:t>Explore </a:t>
            </a:r>
            <a:r>
              <a:rPr lang="en-US" i="1" dirty="0" err="1" smtClean="0"/>
              <a:t>my_Cpp_WS</a:t>
            </a:r>
            <a:endParaRPr lang="en-US" i="1" dirty="0" smtClean="0"/>
          </a:p>
          <a:p>
            <a:pPr marL="514350" indent="-514350">
              <a:buAutoNum type="arabicParenR"/>
            </a:pPr>
            <a:r>
              <a:rPr lang="en-US" dirty="0" smtClean="0"/>
              <a:t>Go to the </a:t>
            </a:r>
            <a:r>
              <a:rPr lang="en-US" i="1" dirty="0" err="1" smtClean="0"/>
              <a:t>src</a:t>
            </a:r>
            <a:r>
              <a:rPr lang="en-US" dirty="0" smtClean="0"/>
              <a:t> file</a:t>
            </a:r>
          </a:p>
          <a:p>
            <a:pPr marL="514350" indent="-514350">
              <a:buAutoNum type="arabicParenR"/>
            </a:pPr>
            <a:r>
              <a:rPr lang="en-US" dirty="0" smtClean="0"/>
              <a:t>Use the </a:t>
            </a:r>
            <a:r>
              <a:rPr lang="en-US" b="1" dirty="0" err="1" smtClean="0"/>
              <a:t>catkin_create_pkg</a:t>
            </a:r>
            <a:r>
              <a:rPr lang="en-US" dirty="0" smtClean="0"/>
              <a:t> command the create a ROS Package under the name </a:t>
            </a:r>
            <a:r>
              <a:rPr lang="en-US" i="1" dirty="0" err="1" smtClean="0"/>
              <a:t>pub_sub_cpp</a:t>
            </a:r>
            <a:endParaRPr lang="en-US" i="1" dirty="0" smtClean="0"/>
          </a:p>
          <a:p>
            <a:pPr marL="0" indent="0">
              <a:buNone/>
            </a:pPr>
            <a:endParaRPr lang="en-US" i="1" dirty="0" smtClean="0"/>
          </a:p>
          <a:p>
            <a:pPr marL="514350" indent="-514350">
              <a:buAutoNum type="arabicParenR"/>
            </a:pP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791517"/>
            <a:ext cx="5181600" cy="241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241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i="1" dirty="0" err="1" smtClean="0"/>
              <a:t>src</a:t>
            </a:r>
            <a:r>
              <a:rPr lang="en-US" dirty="0" smtClean="0"/>
              <a:t> file in the </a:t>
            </a:r>
            <a:r>
              <a:rPr lang="en-US" i="1" dirty="0" err="1" smtClean="0"/>
              <a:t>pub_sub_cpp</a:t>
            </a:r>
            <a:r>
              <a:rPr lang="en-US" dirty="0" smtClean="0"/>
              <a:t> package will include the </a:t>
            </a:r>
            <a:r>
              <a:rPr lang="en-US" i="1" dirty="0" smtClean="0"/>
              <a:t>talker.cpp</a:t>
            </a:r>
            <a:r>
              <a:rPr lang="en-US" dirty="0" smtClean="0"/>
              <a:t> and </a:t>
            </a:r>
            <a:r>
              <a:rPr lang="en-US" i="1" dirty="0" smtClean="0"/>
              <a:t>listener.cpp</a:t>
            </a:r>
            <a:r>
              <a:rPr lang="en-US" dirty="0" smtClean="0"/>
              <a:t> nodes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0322" y="1825625"/>
            <a:ext cx="83713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393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Edit CMakeLists.txt file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3565" y="1825625"/>
            <a:ext cx="58048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068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 the codes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573856"/>
            <a:ext cx="5181600" cy="2854876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531033"/>
            <a:ext cx="5181600" cy="294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314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</a:t>
            </a:r>
            <a:r>
              <a:rPr lang="en-US" dirty="0" err="1" smtClean="0"/>
              <a:t>Ros</a:t>
            </a:r>
            <a:r>
              <a:rPr lang="en-US" dirty="0" smtClean="0"/>
              <a:t> in one terminal using </a:t>
            </a:r>
            <a:r>
              <a:rPr lang="en-US" b="1" dirty="0" err="1" smtClean="0"/>
              <a:t>roscore</a:t>
            </a:r>
            <a:endParaRPr lang="en-US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734670" y="1973514"/>
            <a:ext cx="6722660" cy="437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91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the two nodes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159836" y="1840812"/>
            <a:ext cx="5872327" cy="1229933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868046" y="3933210"/>
            <a:ext cx="6455905" cy="126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117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 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0537" y="1825625"/>
            <a:ext cx="901092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040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2021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Writing a Simple Publisher and Subscriber </a:t>
            </a:r>
            <a:r>
              <a:rPr lang="en-US" dirty="0" smtClean="0"/>
              <a:t>(Python)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>
                <a:hlinkClick r:id="rId2"/>
              </a:rPr>
              <a:t>http://wiki.ros.org/ROS/Tutorials/WritingPublisherSubscriber%28python%29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298549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Examining the Simple Publisher and Subscriber</a:t>
            </a:r>
          </a:p>
          <a:p>
            <a:r>
              <a:rPr lang="en-US" dirty="0" smtClean="0">
                <a:hlinkClick r:id="rId3"/>
              </a:rPr>
              <a:t>http://wiki.ros.org/ROS/Tutorials/ExaminingPublisherSubscriber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082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Start by creating a ROS Workspace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790970"/>
            <a:ext cx="5181600" cy="2420648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US" dirty="0" smtClean="0"/>
              <a:t>Create a folder in the home file under the name </a:t>
            </a:r>
            <a:r>
              <a:rPr lang="en-US" i="1" dirty="0" err="1" smtClean="0"/>
              <a:t>my_Python_WS</a:t>
            </a:r>
            <a:r>
              <a:rPr lang="en-US" i="1" dirty="0" smtClean="0"/>
              <a:t> </a:t>
            </a:r>
          </a:p>
          <a:p>
            <a:pPr marL="514350" indent="-514350">
              <a:buAutoNum type="arabicParenR"/>
            </a:pPr>
            <a:r>
              <a:rPr lang="en-US" dirty="0" smtClean="0"/>
              <a:t>Change the directory to the folder created</a:t>
            </a:r>
          </a:p>
          <a:p>
            <a:pPr marL="514350" indent="-514350">
              <a:buAutoNum type="arabicParenR"/>
            </a:pPr>
            <a:r>
              <a:rPr lang="en-US" dirty="0" smtClean="0"/>
              <a:t>Create an </a:t>
            </a:r>
            <a:r>
              <a:rPr lang="en-US" i="1" dirty="0" err="1" smtClean="0"/>
              <a:t>src</a:t>
            </a:r>
            <a:r>
              <a:rPr lang="en-US" i="1" dirty="0" smtClean="0"/>
              <a:t> </a:t>
            </a:r>
            <a:r>
              <a:rPr lang="en-US" dirty="0" smtClean="0"/>
              <a:t>file in which the ROS Package will be created</a:t>
            </a:r>
          </a:p>
          <a:p>
            <a:pPr marL="0" indent="0">
              <a:buNone/>
            </a:pPr>
            <a:endParaRPr lang="en-US" i="1" dirty="0" smtClean="0"/>
          </a:p>
        </p:txBody>
      </p:sp>
    </p:spTree>
    <p:extLst>
      <p:ext uri="{BB962C8B-B14F-4D97-AF65-F5344CB8AC3E}">
        <p14:creationId xmlns:p14="http://schemas.microsoft.com/office/powerpoint/2010/main" val="970672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 ROS Package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694586"/>
            <a:ext cx="5181600" cy="2613416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US" dirty="0" smtClean="0"/>
              <a:t>Explore </a:t>
            </a:r>
            <a:r>
              <a:rPr lang="en-US" i="1" dirty="0" err="1" smtClean="0"/>
              <a:t>my_Python_WS</a:t>
            </a:r>
            <a:endParaRPr lang="en-US" i="1" dirty="0" smtClean="0"/>
          </a:p>
          <a:p>
            <a:pPr marL="514350" indent="-514350">
              <a:buAutoNum type="arabicParenR"/>
            </a:pPr>
            <a:r>
              <a:rPr lang="en-US" dirty="0" smtClean="0"/>
              <a:t>Go to the </a:t>
            </a:r>
            <a:r>
              <a:rPr lang="en-US" i="1" dirty="0" err="1" smtClean="0"/>
              <a:t>src</a:t>
            </a:r>
            <a:r>
              <a:rPr lang="en-US" dirty="0" smtClean="0"/>
              <a:t> file</a:t>
            </a:r>
          </a:p>
          <a:p>
            <a:pPr marL="514350" indent="-514350">
              <a:buAutoNum type="arabicParenR"/>
            </a:pPr>
            <a:r>
              <a:rPr lang="en-US" dirty="0" smtClean="0"/>
              <a:t>Use the </a:t>
            </a:r>
            <a:r>
              <a:rPr lang="en-US" b="1" dirty="0" err="1" smtClean="0"/>
              <a:t>catkin_create_pkg</a:t>
            </a:r>
            <a:r>
              <a:rPr lang="en-US" dirty="0" smtClean="0"/>
              <a:t> command the create a ROS Package under the name </a:t>
            </a:r>
            <a:r>
              <a:rPr lang="en-US" i="1" dirty="0" err="1" smtClean="0"/>
              <a:t>pub_sub_py</a:t>
            </a:r>
            <a:endParaRPr lang="en-US" i="1" dirty="0" smtClean="0"/>
          </a:p>
          <a:p>
            <a:pPr marL="0" indent="0">
              <a:buNone/>
            </a:pPr>
            <a:endParaRPr lang="en-US" i="1" dirty="0" smtClean="0"/>
          </a:p>
          <a:p>
            <a:pPr marL="514350" indent="-514350">
              <a:buAutoNum type="arabi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22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i="1" dirty="0" err="1" smtClean="0"/>
              <a:t>src</a:t>
            </a:r>
            <a:r>
              <a:rPr lang="en-US" dirty="0" smtClean="0"/>
              <a:t> file in the </a:t>
            </a:r>
            <a:r>
              <a:rPr lang="en-US" i="1" dirty="0" err="1" smtClean="0"/>
              <a:t>pub_sub_py</a:t>
            </a:r>
            <a:r>
              <a:rPr lang="en-US" dirty="0" smtClean="0"/>
              <a:t> package will include the </a:t>
            </a:r>
            <a:r>
              <a:rPr lang="en-US" i="1" dirty="0" smtClean="0"/>
              <a:t>talker.py</a:t>
            </a:r>
            <a:r>
              <a:rPr lang="en-US" dirty="0" smtClean="0"/>
              <a:t> and </a:t>
            </a:r>
            <a:r>
              <a:rPr lang="en-US" i="1" dirty="0" smtClean="0"/>
              <a:t>listener.py</a:t>
            </a:r>
            <a:r>
              <a:rPr lang="en-US" dirty="0" smtClean="0"/>
              <a:t> nodes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42962" y="2343944"/>
            <a:ext cx="5172075" cy="331470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454606"/>
            <a:ext cx="5181600" cy="309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922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Convert to executable file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453864"/>
            <a:ext cx="5181600" cy="3094860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US" dirty="0" smtClean="0"/>
              <a:t>Go to the </a:t>
            </a:r>
            <a:r>
              <a:rPr lang="en-US" dirty="0" err="1" smtClean="0"/>
              <a:t>ros</a:t>
            </a:r>
            <a:r>
              <a:rPr lang="en-US" dirty="0" smtClean="0"/>
              <a:t> workspace</a:t>
            </a:r>
          </a:p>
          <a:p>
            <a:pPr marL="514350" indent="-514350">
              <a:buAutoNum type="arabicParenR"/>
            </a:pPr>
            <a:r>
              <a:rPr lang="en-US" dirty="0" smtClean="0"/>
              <a:t>Use the </a:t>
            </a:r>
            <a:r>
              <a:rPr lang="en-US" b="1" dirty="0" err="1" smtClean="0"/>
              <a:t>catkin_make</a:t>
            </a:r>
            <a:r>
              <a:rPr lang="en-US" b="1" dirty="0" smtClean="0"/>
              <a:t> </a:t>
            </a:r>
            <a:r>
              <a:rPr lang="en-US" dirty="0" smtClean="0"/>
              <a:t>command to change the nodes to executable file</a:t>
            </a:r>
          </a:p>
          <a:p>
            <a:pPr marL="514350" indent="-514350">
              <a:buAutoNum type="arabicParenR"/>
            </a:pPr>
            <a:r>
              <a:rPr lang="en-US" b="1" dirty="0" err="1" smtClean="0">
                <a:solidFill>
                  <a:srgbClr val="FF0000"/>
                </a:solidFill>
              </a:rPr>
              <a:t>Cmake</a:t>
            </a:r>
            <a:r>
              <a:rPr lang="en-US" b="1" smtClean="0">
                <a:solidFill>
                  <a:srgbClr val="FF0000"/>
                </a:solidFill>
              </a:rPr>
              <a:t> error</a:t>
            </a:r>
          </a:p>
          <a:p>
            <a:pPr marL="0" indent="0">
              <a:buNone/>
            </a:pPr>
            <a:endParaRPr lang="en-US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273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241</Words>
  <Application>Microsoft Office PowerPoint</Application>
  <PresentationFormat>Widescreen</PresentationFormat>
  <Paragraphs>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Writing a simple Publisher and Subscriber </vt:lpstr>
      <vt:lpstr>Writing a Simple Publisher and Subscriber (C++) http://wiki.ros.org/ROS/Tutorials/WritingPublisherSubscriber%28c%2B%2B%29</vt:lpstr>
      <vt:lpstr>Start by creating a ROS Workspace</vt:lpstr>
      <vt:lpstr>Create a ROS Package</vt:lpstr>
      <vt:lpstr>The src file in the pub_sub_cpp package will include the talker.cpp and listener.cpp nodes</vt:lpstr>
      <vt:lpstr>Edit CMakeLists.txt file</vt:lpstr>
      <vt:lpstr>Build the codes</vt:lpstr>
      <vt:lpstr>Run Ros in one terminal using roscore</vt:lpstr>
      <vt:lpstr>Run the two nodes</vt:lpstr>
      <vt:lpstr>Result </vt:lpstr>
      <vt:lpstr>Writing a Simple Publisher and Subscriber (Python) http://wiki.ros.org/ROS/Tutorials/WritingPublisherSubscriber%28python%29</vt:lpstr>
      <vt:lpstr>Start by creating a ROS Workspace</vt:lpstr>
      <vt:lpstr>Create a ROS Package</vt:lpstr>
      <vt:lpstr>The src file in the pub_sub_py package will include the talker.py and listener.py nodes</vt:lpstr>
      <vt:lpstr>Convert to executable file</vt:lpstr>
    </vt:vector>
  </TitlesOfParts>
  <Company>SACC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a simple Publisher and Subscriber</dc:title>
  <dc:creator>samia choueiri</dc:creator>
  <cp:lastModifiedBy>samia choueiri</cp:lastModifiedBy>
  <cp:revision>10</cp:revision>
  <dcterms:created xsi:type="dcterms:W3CDTF">2020-04-09T11:42:41Z</dcterms:created>
  <dcterms:modified xsi:type="dcterms:W3CDTF">2020-04-09T13:21:03Z</dcterms:modified>
</cp:coreProperties>
</file>