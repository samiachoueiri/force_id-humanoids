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0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1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2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9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4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08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6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8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7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9BC97-FA9D-40B6-9F7F-061B98610A89}" type="datetimeFigureOut">
              <a:rPr lang="en-US" smtClean="0"/>
              <a:t>15-Apr-20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C1B4F-F3EE-4732-B1A4-4D056E40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azebosim.org/tutorials?cat=guided_b&amp;tut=guided_b2" TargetMode="External"/><Relationship Id="rId2" Type="http://schemas.openxmlformats.org/officeDocument/2006/relationships/hyperlink" Target="http://gazebosim.org/tutorials?cat=guided_b&amp;tut=guided_b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gazebosim.org/tutorials?cat=guided_b&amp;tut=guided_b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gazebosim.org/tutorials?tut=ros_installing&amp;cat=connect_ros#TestingGazebowithROSIntegra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gazebosim.org/tutorials?tut=quick_start#RunGazeb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gazebosim.org/tutorials?tut=ros_roslaunch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Gazebo Quick start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4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313" y="965816"/>
            <a:ext cx="10515600" cy="4351338"/>
          </a:xfrm>
        </p:spPr>
        <p:txBody>
          <a:bodyPr/>
          <a:lstStyle/>
          <a:p>
            <a:r>
              <a:rPr lang="en-US" dirty="0"/>
              <a:t>Overview and Installation</a:t>
            </a:r>
            <a:endParaRPr lang="en-US" dirty="0" smtClean="0">
              <a:hlinkClick r:id="rId2"/>
            </a:endParaRP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gazebosim.org/tutorials?cat=guided_b&amp;tut=guided_b1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Understanding the </a:t>
            </a:r>
            <a:r>
              <a:rPr lang="en-US" dirty="0" smtClean="0"/>
              <a:t>GUI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</a:t>
            </a:r>
            <a:r>
              <a:rPr lang="en-US" dirty="0" smtClean="0">
                <a:hlinkClick r:id="rId3"/>
              </a:rPr>
              <a:t>://gazebosim.org/tutorials?cat=guided_b&amp;tut=guided_b2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 </a:t>
            </a:r>
            <a:r>
              <a:rPr lang="en-US" dirty="0" smtClean="0"/>
              <a:t>Editor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http://gazebosim.org/tutorials?cat=guided_b&amp;tut=guided_b3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construction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1722" y="1474776"/>
            <a:ext cx="3656932" cy="224656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61577" y="1479279"/>
            <a:ext cx="2528820" cy="22465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320" y="1474776"/>
            <a:ext cx="4162425" cy="225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8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(Follower)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38212" y="2863056"/>
            <a:ext cx="4981575" cy="227647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96062" y="2496344"/>
            <a:ext cx="433387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5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Install gazebo </a:t>
            </a:r>
            <a:r>
              <a:rPr lang="en-US" b="1" dirty="0" err="1" smtClean="0"/>
              <a:t>ros</a:t>
            </a:r>
            <a:r>
              <a:rPr lang="en-US" b="1" dirty="0" smtClean="0"/>
              <a:t> </a:t>
            </a:r>
            <a:r>
              <a:rPr lang="en-US" b="1" dirty="0" err="1" smtClean="0"/>
              <a:t>pachage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http://gazebosim.org/tutorials?tut=ros_installing&amp;cat=connect_ros#TestingGazebowithROSIntegration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0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Run Gazebo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http://gazebosim.org/tutorials?tut=quick_start#RunGazebo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Could not load robot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0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Using </a:t>
            </a:r>
            <a:r>
              <a:rPr lang="en-US" b="1" dirty="0" err="1" smtClean="0"/>
              <a:t>roslaunch</a:t>
            </a:r>
            <a:r>
              <a:rPr lang="en-US" b="1" dirty="0" smtClean="0"/>
              <a:t> to start gazebo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http://gazebosim.org/tutorials?tut=ros_roslaunch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1- use </a:t>
            </a:r>
            <a:r>
              <a:rPr lang="en-US" dirty="0" err="1" smtClean="0"/>
              <a:t>roslaunch</a:t>
            </a:r>
            <a:r>
              <a:rPr lang="en-US" dirty="0" smtClean="0"/>
              <a:t> to open gazebo</a:t>
            </a:r>
          </a:p>
          <a:p>
            <a:r>
              <a:rPr lang="en-US" dirty="0" smtClean="0"/>
              <a:t>2- change </a:t>
            </a:r>
            <a:r>
              <a:rPr lang="en-US" dirty="0" err="1" smtClean="0"/>
              <a:t>roslaunch</a:t>
            </a:r>
            <a:r>
              <a:rPr lang="en-US" dirty="0" smtClean="0"/>
              <a:t> arguments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14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Roslaunch</a:t>
            </a:r>
            <a:r>
              <a:rPr lang="en-US" dirty="0" smtClean="0"/>
              <a:t> demo worlds (</a:t>
            </a:r>
            <a:r>
              <a:rPr lang="en-US" dirty="0" err="1" smtClean="0"/>
              <a:t>willowgarge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945" y="1825625"/>
            <a:ext cx="84901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1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Roslaunch</a:t>
            </a:r>
            <a:r>
              <a:rPr lang="en-US" dirty="0" smtClean="0"/>
              <a:t> demo worlds (mud)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All parameters in </a:t>
            </a:r>
            <a:r>
              <a:rPr lang="en-US" dirty="0" err="1" smtClean="0">
                <a:solidFill>
                  <a:srgbClr val="FF0000"/>
                </a:solidFill>
              </a:rPr>
              <a:t>arabic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799" y="1825624"/>
            <a:ext cx="6053943" cy="295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0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Gazebo Quick start</vt:lpstr>
      <vt:lpstr>PowerPoint Presentation</vt:lpstr>
      <vt:lpstr>Vehicle construction</vt:lpstr>
      <vt:lpstr>Simulation (Follower) </vt:lpstr>
      <vt:lpstr>Install gazebo ros pachage</vt:lpstr>
      <vt:lpstr>Run Gazebo</vt:lpstr>
      <vt:lpstr>Using roslaunch to start gazebo</vt:lpstr>
      <vt:lpstr>Roslaunch demo worlds (willowgarge)</vt:lpstr>
      <vt:lpstr>Roslaunch demo worlds (mud)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Gazebo Quick start</dc:title>
  <dc:creator>samia choueiri</dc:creator>
  <cp:lastModifiedBy>samia choueiri</cp:lastModifiedBy>
  <cp:revision>13</cp:revision>
  <dcterms:created xsi:type="dcterms:W3CDTF">2020-04-04T12:35:54Z</dcterms:created>
  <dcterms:modified xsi:type="dcterms:W3CDTF">2020-04-15T14:00:26Z</dcterms:modified>
</cp:coreProperties>
</file>