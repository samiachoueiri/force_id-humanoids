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59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465C2-EF0D-472C-BD88-B420F5E0D298}" type="datetimeFigureOut">
              <a:rPr lang="en-US" smtClean="0"/>
              <a:t>22-Jul-20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C24-87A5-4266-8C62-B5807923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1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465C2-EF0D-472C-BD88-B420F5E0D298}" type="datetimeFigureOut">
              <a:rPr lang="en-US" smtClean="0"/>
              <a:t>22-Jul-20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C24-87A5-4266-8C62-B5807923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64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465C2-EF0D-472C-BD88-B420F5E0D298}" type="datetimeFigureOut">
              <a:rPr lang="en-US" smtClean="0"/>
              <a:t>22-Jul-20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C24-87A5-4266-8C62-B5807923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51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465C2-EF0D-472C-BD88-B420F5E0D298}" type="datetimeFigureOut">
              <a:rPr lang="en-US" smtClean="0"/>
              <a:t>22-Jul-20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C24-87A5-4266-8C62-B5807923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54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465C2-EF0D-472C-BD88-B420F5E0D298}" type="datetimeFigureOut">
              <a:rPr lang="en-US" smtClean="0"/>
              <a:t>22-Jul-20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C24-87A5-4266-8C62-B5807923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2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465C2-EF0D-472C-BD88-B420F5E0D298}" type="datetimeFigureOut">
              <a:rPr lang="en-US" smtClean="0"/>
              <a:t>22-Jul-20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C24-87A5-4266-8C62-B5807923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214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465C2-EF0D-472C-BD88-B420F5E0D298}" type="datetimeFigureOut">
              <a:rPr lang="en-US" smtClean="0"/>
              <a:t>22-Jul-20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C24-87A5-4266-8C62-B5807923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62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465C2-EF0D-472C-BD88-B420F5E0D298}" type="datetimeFigureOut">
              <a:rPr lang="en-US" smtClean="0"/>
              <a:t>22-Jul-20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C24-87A5-4266-8C62-B5807923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119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465C2-EF0D-472C-BD88-B420F5E0D298}" type="datetimeFigureOut">
              <a:rPr lang="en-US" smtClean="0"/>
              <a:t>22-Jul-20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C24-87A5-4266-8C62-B5807923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760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465C2-EF0D-472C-BD88-B420F5E0D298}" type="datetimeFigureOut">
              <a:rPr lang="en-US" smtClean="0"/>
              <a:t>22-Jul-20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C24-87A5-4266-8C62-B5807923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92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465C2-EF0D-472C-BD88-B420F5E0D298}" type="datetimeFigureOut">
              <a:rPr lang="en-US" smtClean="0"/>
              <a:t>22-Jul-20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C24-87A5-4266-8C62-B5807923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94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465C2-EF0D-472C-BD88-B420F5E0D298}" type="datetimeFigureOut">
              <a:rPr lang="en-US" smtClean="0"/>
              <a:t>22-Jul-20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3EC24-87A5-4266-8C62-B5807923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09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SeFLz0bCXw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nswers.ros.org/question/356918/urdf-model-not-appearing-in-rviz-nor-gazebo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Open </a:t>
            </a:r>
            <a:r>
              <a:rPr lang="en-US" dirty="0" smtClean="0"/>
              <a:t>Robot in Gazebo and </a:t>
            </a:r>
            <a:r>
              <a:rPr lang="en-US" dirty="0" err="1"/>
              <a:t>R</a:t>
            </a:r>
            <a:r>
              <a:rPr lang="en-US" dirty="0" err="1" smtClean="0"/>
              <a:t>viz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784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Export URDF files from </a:t>
            </a:r>
            <a:r>
              <a:rPr lang="en-US" dirty="0" err="1" smtClean="0"/>
              <a:t>solidworks</a:t>
            </a:r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6255" y="1825625"/>
            <a:ext cx="7739489" cy="435133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8200" y="6311900"/>
            <a:ext cx="491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https://www.youtube.com/watch?v=cSeFLz0bCXw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202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Transfer the </a:t>
            </a:r>
            <a:r>
              <a:rPr lang="en-US" dirty="0" err="1" smtClean="0"/>
              <a:t>urdf</a:t>
            </a:r>
            <a:r>
              <a:rPr lang="en-US" dirty="0" smtClean="0"/>
              <a:t> files to the </a:t>
            </a:r>
            <a:r>
              <a:rPr lang="en-US" dirty="0" err="1" smtClean="0"/>
              <a:t>ros</a:t>
            </a:r>
            <a:r>
              <a:rPr lang="en-US" dirty="0" smtClean="0"/>
              <a:t> workspace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0207" y="1690688"/>
            <a:ext cx="5819775" cy="2876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3128963"/>
            <a:ext cx="581025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703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</a:t>
            </a:r>
            <a:r>
              <a:rPr lang="en-US" dirty="0" err="1" smtClean="0"/>
              <a:t>ros</a:t>
            </a:r>
            <a:r>
              <a:rPr lang="en-US" dirty="0" smtClean="0"/>
              <a:t> (</a:t>
            </a:r>
            <a:r>
              <a:rPr lang="en-US" dirty="0" err="1" smtClean="0">
                <a:solidFill>
                  <a:srgbClr val="FF0000"/>
                </a:solidFill>
              </a:rPr>
              <a:t>roscore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7000" y="1915319"/>
            <a:ext cx="685800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070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new terminal change directory to project file in the </a:t>
            </a:r>
            <a:r>
              <a:rPr lang="en-US" dirty="0" err="1" smtClean="0"/>
              <a:t>ros</a:t>
            </a:r>
            <a:r>
              <a:rPr lang="en-US" dirty="0" smtClean="0"/>
              <a:t> workspace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1188"/>
            <a:ext cx="4181475" cy="209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68526"/>
            <a:ext cx="6019800" cy="1695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046539"/>
            <a:ext cx="7239000" cy="171450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745435" y="499110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In </a:t>
            </a:r>
            <a:r>
              <a:rPr lang="en-US" dirty="0" err="1" smtClean="0"/>
              <a:t>Rviz</a:t>
            </a:r>
            <a:r>
              <a:rPr lang="en-US" dirty="0" smtClean="0"/>
              <a:t>: (</a:t>
            </a:r>
            <a:r>
              <a:rPr lang="en-US" dirty="0" err="1" smtClean="0">
                <a:solidFill>
                  <a:srgbClr val="FF0000"/>
                </a:solidFill>
              </a:rPr>
              <a:t>roslaunch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display.launch</a:t>
            </a:r>
            <a:r>
              <a:rPr lang="en-US" dirty="0" smtClean="0"/>
              <a:t>)</a:t>
            </a:r>
          </a:p>
          <a:p>
            <a:r>
              <a:rPr lang="en-US" dirty="0" smtClean="0"/>
              <a:t>In Gazebo : (</a:t>
            </a:r>
            <a:r>
              <a:rPr lang="en-US" dirty="0" err="1" smtClean="0">
                <a:solidFill>
                  <a:srgbClr val="FF0000"/>
                </a:solidFill>
              </a:rPr>
              <a:t>roslaunch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display.launch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661319"/>
            <a:ext cx="3200400" cy="18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037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Error (I am missing the geometric properties of my </a:t>
            </a:r>
            <a:r>
              <a:rPr lang="en-US" dirty="0" smtClean="0"/>
              <a:t>robot) </a:t>
            </a:r>
            <a:r>
              <a:rPr lang="en-US" dirty="0" smtClean="0">
                <a:solidFill>
                  <a:srgbClr val="FF0000"/>
                </a:solidFill>
              </a:rPr>
              <a:t>SOLVED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836" y="5523089"/>
            <a:ext cx="10515600" cy="8501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https://answers.ros.org/question/356918/urdf-model-not-appearing-in-rviz-nor-gazebo/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3016307"/>
            <a:ext cx="10476930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&lt;geometry&gt;</a:t>
            </a:r>
          </a:p>
          <a:p>
            <a:endParaRPr lang="en-US" dirty="0"/>
          </a:p>
          <a:p>
            <a:r>
              <a:rPr lang="en-US" dirty="0"/>
              <a:t>        &lt;mesh</a:t>
            </a:r>
          </a:p>
          <a:p>
            <a:endParaRPr lang="en-US" dirty="0"/>
          </a:p>
          <a:p>
            <a:r>
              <a:rPr lang="en-US" dirty="0"/>
              <a:t>          filename="file:///home/samia/catkin_ws/src/base_2links/src/meshes/base_link.STL" /&gt;</a:t>
            </a:r>
          </a:p>
          <a:p>
            <a:endParaRPr lang="en-US" dirty="0"/>
          </a:p>
          <a:p>
            <a:r>
              <a:rPr lang="en-US" dirty="0"/>
              <a:t>      &lt;/geometry&gt;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38200" y="169074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/>
              <a:t>Change the mesh sections in the URDF file into the format below. (make sure the exact address of the .STL file is used)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972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 err="1" smtClean="0"/>
              <a:t>Rviz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1) add</a:t>
            </a:r>
          </a:p>
          <a:p>
            <a:pPr marL="0" indent="0">
              <a:buNone/>
            </a:pPr>
            <a:r>
              <a:rPr lang="en-US" dirty="0" smtClean="0"/>
              <a:t>2) </a:t>
            </a:r>
            <a:r>
              <a:rPr lang="en-US" dirty="0" err="1" smtClean="0"/>
              <a:t>RobotState</a:t>
            </a:r>
            <a:r>
              <a:rPr lang="en-US" dirty="0" smtClean="0"/>
              <a:t> form </a:t>
            </a:r>
            <a:r>
              <a:rPr lang="en-US" dirty="0" err="1" smtClean="0"/>
              <a:t>moveit_ros_visualization</a:t>
            </a:r>
            <a:endParaRPr lang="en-US" dirty="0" smtClean="0"/>
          </a:p>
          <a:p>
            <a:pPr marL="0" indent="0">
              <a:buNone/>
            </a:pPr>
            <a:r>
              <a:rPr lang="en-US" i="1" dirty="0" err="1" smtClean="0"/>
              <a:t>Moveit</a:t>
            </a:r>
            <a:r>
              <a:rPr lang="en-US" i="1" dirty="0" smtClean="0"/>
              <a:t> installation (</a:t>
            </a:r>
            <a:r>
              <a:rPr lang="en-US" i="1" dirty="0" err="1" smtClean="0">
                <a:solidFill>
                  <a:srgbClr val="FF0000"/>
                </a:solidFill>
              </a:rPr>
              <a:t>sudo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apt install </a:t>
            </a:r>
            <a:r>
              <a:rPr lang="en-US" i="1" dirty="0" err="1">
                <a:solidFill>
                  <a:srgbClr val="FF0000"/>
                </a:solidFill>
              </a:rPr>
              <a:t>ros</a:t>
            </a:r>
            <a:r>
              <a:rPr lang="en-US" i="1" dirty="0">
                <a:solidFill>
                  <a:srgbClr val="FF0000"/>
                </a:solidFill>
              </a:rPr>
              <a:t>-kinetic-</a:t>
            </a:r>
            <a:r>
              <a:rPr lang="en-US" i="1" dirty="0" err="1">
                <a:solidFill>
                  <a:srgbClr val="FF0000"/>
                </a:solidFill>
              </a:rPr>
              <a:t>moveit</a:t>
            </a:r>
            <a:r>
              <a:rPr lang="en-US" i="1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890" y="3297705"/>
            <a:ext cx="5960872" cy="324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611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Gazebo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29840"/>
            <a:ext cx="8833078" cy="43513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6086901"/>
            <a:ext cx="9534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Error: model collapsed ( </a:t>
            </a:r>
            <a:r>
              <a:rPr lang="en-US" dirty="0"/>
              <a:t>I</a:t>
            </a:r>
            <a:r>
              <a:rPr lang="en-US" dirty="0" smtClean="0"/>
              <a:t> need to run the simulator in the paused mode 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049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151</Words>
  <Application>Microsoft Office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Open Robot in Gazebo and Rviz</vt:lpstr>
      <vt:lpstr>Export URDF files from solidworks  </vt:lpstr>
      <vt:lpstr>Transfer the urdf files to the ros workspace </vt:lpstr>
      <vt:lpstr>Run ros (roscore)</vt:lpstr>
      <vt:lpstr>In new terminal change directory to project file in the ros workspace</vt:lpstr>
      <vt:lpstr>Error (I am missing the geometric properties of my robot) SOLVED</vt:lpstr>
      <vt:lpstr>In Rviz</vt:lpstr>
      <vt:lpstr>In Gazebo</vt:lpstr>
    </vt:vector>
  </TitlesOfParts>
  <Company>SACC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robot in rviz</dc:title>
  <dc:creator>samia choueiri</dc:creator>
  <cp:lastModifiedBy>samia choueiri</cp:lastModifiedBy>
  <cp:revision>7</cp:revision>
  <dcterms:created xsi:type="dcterms:W3CDTF">2020-07-11T17:11:17Z</dcterms:created>
  <dcterms:modified xsi:type="dcterms:W3CDTF">2020-07-22T00:31:24Z</dcterms:modified>
</cp:coreProperties>
</file>