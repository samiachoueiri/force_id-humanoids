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5" autoAdjust="0"/>
    <p:restoredTop sz="94660"/>
  </p:normalViewPr>
  <p:slideViewPr>
    <p:cSldViewPr snapToGrid="0">
      <p:cViewPr varScale="1">
        <p:scale>
          <a:sx n="70" d="100"/>
          <a:sy n="70" d="100"/>
        </p:scale>
        <p:origin x="618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7095B-C637-4975-AF55-87EA60DF8510}" type="datetimeFigureOut">
              <a:rPr lang="en-US" smtClean="0"/>
              <a:t>14-Apr-20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3371E-32FE-4235-8133-5569CBD2C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531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7095B-C637-4975-AF55-87EA60DF8510}" type="datetimeFigureOut">
              <a:rPr lang="en-US" smtClean="0"/>
              <a:t>14-Apr-20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3371E-32FE-4235-8133-5569CBD2C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964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7095B-C637-4975-AF55-87EA60DF8510}" type="datetimeFigureOut">
              <a:rPr lang="en-US" smtClean="0"/>
              <a:t>14-Apr-20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3371E-32FE-4235-8133-5569CBD2C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504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7095B-C637-4975-AF55-87EA60DF8510}" type="datetimeFigureOut">
              <a:rPr lang="en-US" smtClean="0"/>
              <a:t>14-Apr-20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3371E-32FE-4235-8133-5569CBD2C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222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7095B-C637-4975-AF55-87EA60DF8510}" type="datetimeFigureOut">
              <a:rPr lang="en-US" smtClean="0"/>
              <a:t>14-Apr-20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3371E-32FE-4235-8133-5569CBD2C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324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7095B-C637-4975-AF55-87EA60DF8510}" type="datetimeFigureOut">
              <a:rPr lang="en-US" smtClean="0"/>
              <a:t>14-Apr-20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3371E-32FE-4235-8133-5569CBD2C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965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7095B-C637-4975-AF55-87EA60DF8510}" type="datetimeFigureOut">
              <a:rPr lang="en-US" smtClean="0"/>
              <a:t>14-Apr-20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3371E-32FE-4235-8133-5569CBD2C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782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7095B-C637-4975-AF55-87EA60DF8510}" type="datetimeFigureOut">
              <a:rPr lang="en-US" smtClean="0"/>
              <a:t>14-Apr-20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3371E-32FE-4235-8133-5569CBD2C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677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7095B-C637-4975-AF55-87EA60DF8510}" type="datetimeFigureOut">
              <a:rPr lang="en-US" smtClean="0"/>
              <a:t>14-Apr-20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3371E-32FE-4235-8133-5569CBD2C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200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7095B-C637-4975-AF55-87EA60DF8510}" type="datetimeFigureOut">
              <a:rPr lang="en-US" smtClean="0"/>
              <a:t>14-Apr-20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3371E-32FE-4235-8133-5569CBD2C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73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7095B-C637-4975-AF55-87EA60DF8510}" type="datetimeFigureOut">
              <a:rPr lang="en-US" smtClean="0"/>
              <a:t>14-Apr-20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3371E-32FE-4235-8133-5569CBD2C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056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07095B-C637-4975-AF55-87EA60DF8510}" type="datetimeFigureOut">
              <a:rPr lang="en-US" smtClean="0"/>
              <a:t>14-Apr-20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73371E-32FE-4235-8133-5569CBD2C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709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wiki.ros.org/ROS/Tutorials/UnderstandingTopic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://wiki.ros.org/ROS/Tutorials/UnderstandingServicesParams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Understanding ROS Nodes and Topics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100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Understanding ROS Topics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http://wiki.ros.org/ROS/Tutorials/UnderstandingTopics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4349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Run </a:t>
            </a:r>
            <a:r>
              <a:rPr lang="en-US" dirty="0" err="1" smtClean="0"/>
              <a:t>roscore</a:t>
            </a:r>
            <a:r>
              <a:rPr lang="en-US" dirty="0" smtClean="0"/>
              <a:t> / </a:t>
            </a:r>
            <a:r>
              <a:rPr lang="en-US" dirty="0" err="1" smtClean="0"/>
              <a:t>trutlesim</a:t>
            </a:r>
            <a:r>
              <a:rPr lang="en-US" dirty="0" smtClean="0"/>
              <a:t>/ </a:t>
            </a:r>
            <a:r>
              <a:rPr lang="en-US" dirty="0" err="1" smtClean="0"/>
              <a:t>turtlesimteleopkey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err="1" smtClean="0"/>
              <a:t>turtlesim_node</a:t>
            </a:r>
            <a:r>
              <a:rPr lang="en-US" dirty="0" smtClean="0"/>
              <a:t> and the </a:t>
            </a:r>
            <a:r>
              <a:rPr lang="en-US" dirty="0" err="1" smtClean="0"/>
              <a:t>turtle_teleop_key</a:t>
            </a:r>
            <a:r>
              <a:rPr lang="en-US" dirty="0" smtClean="0"/>
              <a:t> node are communicating with each other over a ROS Topic. </a:t>
            </a:r>
            <a:r>
              <a:rPr lang="en-US" dirty="0" err="1" smtClean="0"/>
              <a:t>turtle_teleop_key</a:t>
            </a:r>
            <a:r>
              <a:rPr lang="en-US" dirty="0" smtClean="0"/>
              <a:t> is publishing the key strokes on a topic, while </a:t>
            </a:r>
            <a:r>
              <a:rPr lang="en-US" dirty="0" err="1" smtClean="0"/>
              <a:t>turtlesim</a:t>
            </a:r>
            <a:r>
              <a:rPr lang="en-US" dirty="0" smtClean="0"/>
              <a:t> subscribes to the same topic to receive the key strokes.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7661" y="1765401"/>
            <a:ext cx="6423253" cy="383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074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rqt_graph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err="1" smtClean="0"/>
              <a:t>rqt_graph</a:t>
            </a:r>
            <a:r>
              <a:rPr lang="en-US" dirty="0" smtClean="0"/>
              <a:t> creates a dynamic graph of what's going on in the system. </a:t>
            </a:r>
            <a:r>
              <a:rPr lang="en-US" dirty="0" err="1" smtClean="0"/>
              <a:t>rqt_graph</a:t>
            </a:r>
            <a:r>
              <a:rPr lang="en-US" dirty="0" smtClean="0"/>
              <a:t> is part of the </a:t>
            </a:r>
            <a:r>
              <a:rPr lang="en-US" dirty="0" err="1" smtClean="0"/>
              <a:t>rqt</a:t>
            </a:r>
            <a:r>
              <a:rPr lang="en-US" dirty="0" smtClean="0"/>
              <a:t> package.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975" y="850900"/>
            <a:ext cx="6524625" cy="501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93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rostopic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smtClean="0"/>
              <a:t>Using </a:t>
            </a:r>
            <a:r>
              <a:rPr lang="en-US" dirty="0" err="1" smtClean="0"/>
              <a:t>rostopic</a:t>
            </a:r>
            <a:r>
              <a:rPr lang="en-US" dirty="0" smtClean="0"/>
              <a:t> echo</a:t>
            </a:r>
          </a:p>
          <a:p>
            <a:r>
              <a:rPr lang="en-US" dirty="0" smtClean="0"/>
              <a:t>$ </a:t>
            </a:r>
            <a:r>
              <a:rPr lang="en-US" dirty="0" err="1" smtClean="0"/>
              <a:t>rostopic</a:t>
            </a:r>
            <a:r>
              <a:rPr lang="en-US" dirty="0" smtClean="0"/>
              <a:t> echo /turtle1/</a:t>
            </a:r>
            <a:r>
              <a:rPr lang="en-US" dirty="0" err="1" smtClean="0"/>
              <a:t>cmd_vel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2025" y="781050"/>
            <a:ext cx="7158032" cy="4729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893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See changes in the </a:t>
            </a:r>
            <a:r>
              <a:rPr lang="en-US" dirty="0" err="1" smtClean="0"/>
              <a:t>rqt</a:t>
            </a:r>
            <a:r>
              <a:rPr lang="en-US" dirty="0" smtClean="0"/>
              <a:t> graph</a:t>
            </a:r>
            <a:endParaRPr lang="en-US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8963" y="1825625"/>
            <a:ext cx="851407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957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Rostopic</a:t>
            </a:r>
            <a:r>
              <a:rPr lang="en-US" dirty="0" smtClean="0"/>
              <a:t> type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24212" y="1934369"/>
            <a:ext cx="5743575" cy="413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079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rostopic</a:t>
            </a:r>
            <a:r>
              <a:rPr lang="en-US" dirty="0" smtClean="0"/>
              <a:t> pub publishes data on to a topic currently advertised.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312136"/>
            <a:ext cx="10515600" cy="3344276"/>
          </a:xfrm>
          <a:prstGeom prst="rect">
            <a:avLst/>
          </a:prstGeo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838200" y="2158512"/>
            <a:ext cx="12192000" cy="457200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8887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smtClean="0">
                <a:ln>
                  <a:noFill/>
                </a:ln>
                <a:solidFill>
                  <a:srgbClr val="333333"/>
                </a:solidFill>
                <a:effectLst/>
                <a:latin typeface="courier"/>
              </a:rPr>
              <a:t>rostopic pub [topic] [msg_type] [args]</a:t>
            </a: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364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0927" y="2008505"/>
            <a:ext cx="8330105" cy="4351338"/>
          </a:xfrm>
          <a:prstGeom prst="rect">
            <a:avLst/>
          </a:prstGeom>
        </p:spPr>
      </p:pic>
      <p:sp>
        <p:nvSpPr>
          <p:cNvPr id="5" name="Rectangle 1"/>
          <p:cNvSpPr>
            <a:spLocks noGrp="1" noChangeArrowheads="1"/>
          </p:cNvSpPr>
          <p:nvPr>
            <p:ph type="title"/>
          </p:nvPr>
        </p:nvSpPr>
        <p:spPr bwMode="auto">
          <a:prstGeom prst="rect">
            <a:avLst/>
          </a:prstGeom>
          <a:solidFill>
            <a:srgbClr val="F3F5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8887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smtClean="0">
                <a:ln>
                  <a:noFill/>
                </a:ln>
                <a:solidFill>
                  <a:srgbClr val="333333"/>
                </a:solidFill>
                <a:effectLst/>
                <a:latin typeface="courier"/>
              </a:rPr>
              <a:t>rostopic pub /turtle1/cmd_vel geometry_msgs/Twist -r 1 -- '[2.0, 0.0, 0.0]' '[0.0, 0.0, -1.8]'</a:t>
            </a: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1534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rostopic</a:t>
            </a:r>
            <a:r>
              <a:rPr lang="en-US" dirty="0" smtClean="0"/>
              <a:t> </a:t>
            </a:r>
            <a:r>
              <a:rPr lang="en-US" dirty="0" err="1" smtClean="0"/>
              <a:t>hz</a:t>
            </a:r>
            <a:r>
              <a:rPr lang="en-US" dirty="0" smtClean="0"/>
              <a:t> reports the rate at which data is published.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6942" y="2305685"/>
            <a:ext cx="851811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673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Plot the position x and y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9392" y="1825625"/>
            <a:ext cx="885321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056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Plot the angle theta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5711" y="1825625"/>
            <a:ext cx="958057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560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ROS Services and Parameters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http://wiki.ros.org/ROS/Tutorials/UnderstandingServicesParams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2666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ROS Services</a:t>
            </a:r>
            <a:br>
              <a:rPr lang="en-US" dirty="0"/>
            </a:br>
            <a:r>
              <a:rPr lang="en-US" sz="3100" dirty="0" err="1"/>
              <a:t>Services</a:t>
            </a:r>
            <a:r>
              <a:rPr lang="en-US" sz="3100" dirty="0"/>
              <a:t> are another way that nodes can communicate with each other. Services allow nodes to send a </a:t>
            </a:r>
            <a:r>
              <a:rPr lang="en-US" sz="3100" b="1" dirty="0"/>
              <a:t>request</a:t>
            </a:r>
            <a:r>
              <a:rPr lang="en-US" sz="3100" dirty="0"/>
              <a:t> and receive a </a:t>
            </a:r>
            <a:r>
              <a:rPr lang="en-US" sz="3100" b="1" dirty="0"/>
              <a:t>response</a:t>
            </a:r>
            <a:r>
              <a:rPr lang="en-US" sz="3100" dirty="0"/>
              <a:t>.</a:t>
            </a:r>
            <a:endParaRPr lang="en-US" sz="31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7230" y="1756262"/>
            <a:ext cx="10406570" cy="510173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0" y="3957850"/>
            <a:ext cx="1705970" cy="16377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400800" y="2320120"/>
            <a:ext cx="1214651" cy="13647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400800" y="4225244"/>
            <a:ext cx="1705970" cy="16377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295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rosparam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err="1"/>
              <a:t>rosparam</a:t>
            </a:r>
            <a:r>
              <a:rPr lang="en-US" dirty="0"/>
              <a:t> allows you to store and manipulate data on the ROS Parameter Server. The Parameter Server can store integers, floats, </a:t>
            </a:r>
            <a:r>
              <a:rPr lang="en-US" dirty="0" err="1"/>
              <a:t>boolean</a:t>
            </a:r>
            <a:r>
              <a:rPr lang="en-US" dirty="0"/>
              <a:t>, dictionaries, and lists. </a:t>
            </a:r>
            <a:r>
              <a:rPr lang="en-US" dirty="0" err="1"/>
              <a:t>rosparam</a:t>
            </a:r>
            <a:r>
              <a:rPr lang="en-US" dirty="0"/>
              <a:t> uses the YAML markup language for syntax. In simple cases, YAML looks very natural: 1 is an integer, 1.0 is a float, one is a string, true is a </a:t>
            </a:r>
            <a:r>
              <a:rPr lang="en-US" dirty="0" err="1"/>
              <a:t>boolean</a:t>
            </a:r>
            <a:r>
              <a:rPr lang="en-US" dirty="0"/>
              <a:t>, [1, 2, 3] is a list of integers, and {a: b, c: d} is a dictionary. </a:t>
            </a:r>
            <a:r>
              <a:rPr lang="en-US" dirty="0" err="1"/>
              <a:t>rosparam</a:t>
            </a:r>
            <a:r>
              <a:rPr lang="en-US" dirty="0"/>
              <a:t> has many commands that can be used on parameters, as shown below: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Usage:</a:t>
            </a:r>
          </a:p>
          <a:p>
            <a:endParaRPr lang="en-US" dirty="0"/>
          </a:p>
          <a:p>
            <a:r>
              <a:rPr lang="en-US" dirty="0" err="1"/>
              <a:t>rosparam</a:t>
            </a:r>
            <a:r>
              <a:rPr lang="en-US" dirty="0"/>
              <a:t> set            </a:t>
            </a:r>
            <a:r>
              <a:rPr lang="en-US" dirty="0" err="1"/>
              <a:t>set</a:t>
            </a:r>
            <a:r>
              <a:rPr lang="en-US" dirty="0"/>
              <a:t> parameter</a:t>
            </a:r>
          </a:p>
          <a:p>
            <a:r>
              <a:rPr lang="en-US" dirty="0" err="1"/>
              <a:t>rosparam</a:t>
            </a:r>
            <a:r>
              <a:rPr lang="en-US" dirty="0"/>
              <a:t> get            </a:t>
            </a:r>
            <a:r>
              <a:rPr lang="en-US" dirty="0" err="1"/>
              <a:t>get</a:t>
            </a:r>
            <a:r>
              <a:rPr lang="en-US" dirty="0"/>
              <a:t> parameter</a:t>
            </a:r>
          </a:p>
          <a:p>
            <a:r>
              <a:rPr lang="en-US" dirty="0" err="1"/>
              <a:t>rosparam</a:t>
            </a:r>
            <a:r>
              <a:rPr lang="en-US" dirty="0"/>
              <a:t> load           </a:t>
            </a:r>
            <a:r>
              <a:rPr lang="en-US" dirty="0" err="1"/>
              <a:t>load</a:t>
            </a:r>
            <a:r>
              <a:rPr lang="en-US" dirty="0"/>
              <a:t> parameters from file</a:t>
            </a:r>
          </a:p>
          <a:p>
            <a:r>
              <a:rPr lang="en-US" dirty="0" err="1"/>
              <a:t>rosparam</a:t>
            </a:r>
            <a:r>
              <a:rPr lang="en-US" dirty="0"/>
              <a:t> dump           </a:t>
            </a:r>
            <a:r>
              <a:rPr lang="en-US" dirty="0" err="1"/>
              <a:t>dump</a:t>
            </a:r>
            <a:r>
              <a:rPr lang="en-US" dirty="0"/>
              <a:t> parameters to file</a:t>
            </a:r>
          </a:p>
          <a:p>
            <a:r>
              <a:rPr lang="en-US" dirty="0" err="1"/>
              <a:t>rosparam</a:t>
            </a:r>
            <a:r>
              <a:rPr lang="en-US" dirty="0"/>
              <a:t> delete         </a:t>
            </a:r>
            <a:r>
              <a:rPr lang="en-US" dirty="0" err="1"/>
              <a:t>delete</a:t>
            </a:r>
            <a:r>
              <a:rPr lang="en-US" dirty="0"/>
              <a:t> parameter</a:t>
            </a:r>
          </a:p>
          <a:p>
            <a:r>
              <a:rPr lang="en-US" dirty="0" err="1"/>
              <a:t>rosparam</a:t>
            </a:r>
            <a:r>
              <a:rPr lang="en-US" dirty="0"/>
              <a:t> list           </a:t>
            </a:r>
            <a:r>
              <a:rPr lang="en-US" dirty="0" err="1"/>
              <a:t>list</a:t>
            </a:r>
            <a:r>
              <a:rPr lang="en-US" dirty="0"/>
              <a:t> parameter names</a:t>
            </a:r>
          </a:p>
        </p:txBody>
      </p:sp>
    </p:spTree>
    <p:extLst>
      <p:ext uri="{BB962C8B-B14F-4D97-AF65-F5344CB8AC3E}">
        <p14:creationId xmlns:p14="http://schemas.microsoft.com/office/powerpoint/2010/main" val="1776470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466329"/>
            <a:ext cx="8537655" cy="435133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8052" y="5256847"/>
            <a:ext cx="4295775" cy="73342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0800" y="3183105"/>
            <a:ext cx="2565780" cy="37896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379838" y="1023582"/>
            <a:ext cx="1383989" cy="15012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412697" y="3655249"/>
            <a:ext cx="2199039" cy="19342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813109" y="5292264"/>
            <a:ext cx="2788693" cy="56262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379839" y="3949855"/>
            <a:ext cx="1221964" cy="19906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345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5678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</TotalTime>
  <Words>315</Words>
  <Application>Microsoft Office PowerPoint</Application>
  <PresentationFormat>Widescreen</PresentationFormat>
  <Paragraphs>34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courier</vt:lpstr>
      <vt:lpstr>Office Theme</vt:lpstr>
      <vt:lpstr>Understanding ROS Nodes and Topics</vt:lpstr>
      <vt:lpstr>Understanding ROS Topics</vt:lpstr>
      <vt:lpstr>Run roscore / trutlesim/ turtlesimteleopkey</vt:lpstr>
      <vt:lpstr>rqt_graph</vt:lpstr>
      <vt:lpstr>rostopic</vt:lpstr>
      <vt:lpstr>See changes in the rqt graph</vt:lpstr>
      <vt:lpstr>Rostopic type</vt:lpstr>
      <vt:lpstr>rostopic pub publishes data on to a topic currently advertised.</vt:lpstr>
      <vt:lpstr>rostopic pub /turtle1/cmd_vel geometry_msgs/Twist -r 1 -- '[2.0, 0.0, 0.0]' '[0.0, 0.0, -1.8]' </vt:lpstr>
      <vt:lpstr>rostopic hz reports the rate at which data is published.</vt:lpstr>
      <vt:lpstr>Plot the position x and y</vt:lpstr>
      <vt:lpstr>Plot the angle theta</vt:lpstr>
      <vt:lpstr>Understanding ROS Services and Parameters </vt:lpstr>
      <vt:lpstr>ROS Services Services are another way that nodes can communicate with each other. Services allow nodes to send a request and receive a response.</vt:lpstr>
      <vt:lpstr>Using rosparam </vt:lpstr>
      <vt:lpstr>PowerPoint Presentation</vt:lpstr>
      <vt:lpstr>PowerPoint Presentation</vt:lpstr>
    </vt:vector>
  </TitlesOfParts>
  <Company>SACC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samia choueiri</dc:creator>
  <cp:lastModifiedBy>samia choueiri</cp:lastModifiedBy>
  <cp:revision>16</cp:revision>
  <dcterms:created xsi:type="dcterms:W3CDTF">2020-04-04T16:21:25Z</dcterms:created>
  <dcterms:modified xsi:type="dcterms:W3CDTF">2020-04-14T18:32:40Z</dcterms:modified>
</cp:coreProperties>
</file>